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505" r:id="rId2"/>
    <p:sldId id="2147470492" r:id="rId3"/>
    <p:sldId id="2147470493" r:id="rId4"/>
    <p:sldId id="2147470487" r:id="rId5"/>
    <p:sldId id="2147470494" r:id="rId6"/>
    <p:sldId id="2147470501" r:id="rId7"/>
    <p:sldId id="2147470498" r:id="rId8"/>
    <p:sldId id="2147470508" r:id="rId9"/>
    <p:sldId id="2147470512" r:id="rId10"/>
    <p:sldId id="2147470513" r:id="rId11"/>
    <p:sldId id="2147470506" r:id="rId12"/>
    <p:sldId id="2147470499" r:id="rId13"/>
    <p:sldId id="2147470507" r:id="rId14"/>
    <p:sldId id="2147470502" r:id="rId15"/>
    <p:sldId id="2147470503" r:id="rId16"/>
    <p:sldId id="21474705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6246AE-7729-4AD3-BE87-8ACC6DC21D28}" type="doc">
      <dgm:prSet loTypeId="urn:microsoft.com/office/officeart/2005/8/layout/process1" loCatId="process" qsTypeId="urn:microsoft.com/office/officeart/2005/8/quickstyle/simple1" qsCatId="simple" csTypeId="urn:microsoft.com/office/officeart/2005/8/colors/accent1_2" csCatId="accent1" phldr="1"/>
      <dgm:spPr/>
    </dgm:pt>
    <dgm:pt modelId="{EF9A1116-A0AE-4D31-9910-1F7CF4E99130}">
      <dgm:prSet phldrT="[Text]" custT="1">
        <dgm:style>
          <a:lnRef idx="2">
            <a:schemeClr val="accent5"/>
          </a:lnRef>
          <a:fillRef idx="1">
            <a:schemeClr val="lt1"/>
          </a:fillRef>
          <a:effectRef idx="0">
            <a:schemeClr val="accent5"/>
          </a:effectRef>
          <a:fontRef idx="minor">
            <a:schemeClr val="dk1"/>
          </a:fontRef>
        </dgm:style>
      </dgm:prSet>
      <dgm:spPr>
        <a:ln w="38100">
          <a:solidFill>
            <a:schemeClr val="accent5">
              <a:lumMod val="75000"/>
            </a:schemeClr>
          </a:solidFill>
        </a:ln>
        <a:effectLst>
          <a:glow rad="63500">
            <a:schemeClr val="accent1">
              <a:satMod val="175000"/>
              <a:alpha val="40000"/>
            </a:schemeClr>
          </a:glow>
        </a:effectLst>
      </dgm:spPr>
      <dgm:t>
        <a:bodyPr/>
        <a:lstStyle/>
        <a:p>
          <a:pPr>
            <a:buNone/>
          </a:pPr>
          <a:r>
            <a:rPr lang="en-IN" sz="1600" b="1" dirty="0">
              <a:solidFill>
                <a:schemeClr val="accent5">
                  <a:lumMod val="75000"/>
                </a:schemeClr>
              </a:solidFill>
            </a:rPr>
            <a:t>Student Complaint</a:t>
          </a:r>
        </a:p>
      </dgm:t>
    </dgm:pt>
    <dgm:pt modelId="{E0EF789F-A5EB-49B4-987F-5842ED71BCE0}" type="parTrans" cxnId="{6B9764A4-E8CA-4EBD-A6DF-68404D3AE525}">
      <dgm:prSet/>
      <dgm:spPr/>
      <dgm:t>
        <a:bodyPr/>
        <a:lstStyle/>
        <a:p>
          <a:endParaRPr lang="en-IN"/>
        </a:p>
      </dgm:t>
    </dgm:pt>
    <dgm:pt modelId="{0533AABE-CE81-45BF-8336-6C05D9A4A86B}" type="sibTrans" cxnId="{6B9764A4-E8CA-4EBD-A6DF-68404D3AE525}">
      <dgm:prSet custT="1">
        <dgm:style>
          <a:lnRef idx="2">
            <a:schemeClr val="accent5"/>
          </a:lnRef>
          <a:fillRef idx="1">
            <a:schemeClr val="lt1"/>
          </a:fillRef>
          <a:effectRef idx="0">
            <a:schemeClr val="accent5"/>
          </a:effectRef>
          <a:fontRef idx="minor">
            <a:schemeClr val="dk1"/>
          </a:fontRef>
        </dgm:style>
      </dgm:prSet>
      <dgm:spPr>
        <a:ln w="38100">
          <a:solidFill>
            <a:schemeClr val="accent5">
              <a:lumMod val="75000"/>
            </a:schemeClr>
          </a:solidFill>
        </a:ln>
        <a:effectLst>
          <a:glow rad="63500">
            <a:schemeClr val="accent1">
              <a:satMod val="175000"/>
              <a:alpha val="40000"/>
            </a:schemeClr>
          </a:glow>
        </a:effectLst>
      </dgm:spPr>
      <dgm:t>
        <a:bodyPr/>
        <a:lstStyle/>
        <a:p>
          <a:endParaRPr lang="en-IN" sz="1600" b="1">
            <a:solidFill>
              <a:schemeClr val="accent5">
                <a:lumMod val="75000"/>
              </a:schemeClr>
            </a:solidFill>
          </a:endParaRPr>
        </a:p>
      </dgm:t>
    </dgm:pt>
    <dgm:pt modelId="{0AF402B5-7492-4DDF-961F-E10DEF601F3F}">
      <dgm:prSet phldrT="[Text]" custT="1">
        <dgm:style>
          <a:lnRef idx="2">
            <a:schemeClr val="accent5"/>
          </a:lnRef>
          <a:fillRef idx="1">
            <a:schemeClr val="lt1"/>
          </a:fillRef>
          <a:effectRef idx="0">
            <a:schemeClr val="accent5"/>
          </a:effectRef>
          <a:fontRef idx="minor">
            <a:schemeClr val="dk1"/>
          </a:fontRef>
        </dgm:style>
      </dgm:prSet>
      <dgm:spPr>
        <a:ln w="38100">
          <a:solidFill>
            <a:schemeClr val="accent5">
              <a:lumMod val="75000"/>
            </a:schemeClr>
          </a:solidFill>
        </a:ln>
        <a:effectLst>
          <a:glow rad="63500">
            <a:schemeClr val="accent1">
              <a:satMod val="175000"/>
              <a:alpha val="40000"/>
            </a:schemeClr>
          </a:glow>
        </a:effectLst>
      </dgm:spPr>
      <dgm:t>
        <a:bodyPr/>
        <a:lstStyle/>
        <a:p>
          <a:pPr>
            <a:buNone/>
          </a:pPr>
          <a:r>
            <a:rPr lang="en-IN" sz="1600" b="1" dirty="0">
              <a:solidFill>
                <a:schemeClr val="accent5">
                  <a:lumMod val="75000"/>
                </a:schemeClr>
              </a:solidFill>
            </a:rPr>
            <a:t>AI Recommendation</a:t>
          </a:r>
        </a:p>
      </dgm:t>
    </dgm:pt>
    <dgm:pt modelId="{C6853197-A36C-479E-8F5A-F8DE6FDA5B70}" type="parTrans" cxnId="{FA1087CF-D345-4ED2-B4D1-2B46F04F48B5}">
      <dgm:prSet/>
      <dgm:spPr/>
      <dgm:t>
        <a:bodyPr/>
        <a:lstStyle/>
        <a:p>
          <a:endParaRPr lang="en-IN"/>
        </a:p>
      </dgm:t>
    </dgm:pt>
    <dgm:pt modelId="{DC409145-4EA7-4F70-A46F-CB820F404E93}" type="sibTrans" cxnId="{FA1087CF-D345-4ED2-B4D1-2B46F04F48B5}">
      <dgm:prSet custT="1">
        <dgm:style>
          <a:lnRef idx="2">
            <a:schemeClr val="accent5"/>
          </a:lnRef>
          <a:fillRef idx="1">
            <a:schemeClr val="lt1"/>
          </a:fillRef>
          <a:effectRef idx="0">
            <a:schemeClr val="accent5"/>
          </a:effectRef>
          <a:fontRef idx="minor">
            <a:schemeClr val="dk1"/>
          </a:fontRef>
        </dgm:style>
      </dgm:prSet>
      <dgm:spPr>
        <a:ln w="38100">
          <a:solidFill>
            <a:schemeClr val="accent5">
              <a:lumMod val="75000"/>
            </a:schemeClr>
          </a:solidFill>
        </a:ln>
        <a:effectLst>
          <a:glow rad="63500">
            <a:schemeClr val="accent1">
              <a:satMod val="175000"/>
              <a:alpha val="40000"/>
            </a:schemeClr>
          </a:glow>
        </a:effectLst>
      </dgm:spPr>
      <dgm:t>
        <a:bodyPr/>
        <a:lstStyle/>
        <a:p>
          <a:endParaRPr lang="en-IN" sz="1600" b="1">
            <a:solidFill>
              <a:schemeClr val="accent5">
                <a:lumMod val="75000"/>
              </a:schemeClr>
            </a:solidFill>
          </a:endParaRPr>
        </a:p>
      </dgm:t>
    </dgm:pt>
    <dgm:pt modelId="{32A8F01B-6B08-4903-BBC2-3B5D348187EB}">
      <dgm:prSet phldrT="[Text]" custT="1">
        <dgm:style>
          <a:lnRef idx="2">
            <a:schemeClr val="accent5"/>
          </a:lnRef>
          <a:fillRef idx="1">
            <a:schemeClr val="lt1"/>
          </a:fillRef>
          <a:effectRef idx="0">
            <a:schemeClr val="accent5"/>
          </a:effectRef>
          <a:fontRef idx="minor">
            <a:schemeClr val="dk1"/>
          </a:fontRef>
        </dgm:style>
      </dgm:prSet>
      <dgm:spPr>
        <a:ln w="38100">
          <a:solidFill>
            <a:schemeClr val="accent5">
              <a:lumMod val="75000"/>
            </a:schemeClr>
          </a:solidFill>
        </a:ln>
        <a:effectLst>
          <a:glow rad="63500">
            <a:schemeClr val="accent1">
              <a:satMod val="175000"/>
              <a:alpha val="40000"/>
            </a:schemeClr>
          </a:glow>
        </a:effectLst>
      </dgm:spPr>
      <dgm:t>
        <a:bodyPr/>
        <a:lstStyle/>
        <a:p>
          <a:pPr>
            <a:buNone/>
          </a:pPr>
          <a:r>
            <a:rPr lang="en-IN" sz="1600" b="1" dirty="0">
              <a:solidFill>
                <a:schemeClr val="accent5">
                  <a:lumMod val="75000"/>
                </a:schemeClr>
              </a:solidFill>
            </a:rPr>
            <a:t>Staff Review</a:t>
          </a:r>
        </a:p>
      </dgm:t>
    </dgm:pt>
    <dgm:pt modelId="{FC43E503-7113-4579-9277-1E7060E5D605}" type="parTrans" cxnId="{9AF466BA-F3AB-4A31-9488-F311454D33FC}">
      <dgm:prSet/>
      <dgm:spPr/>
      <dgm:t>
        <a:bodyPr/>
        <a:lstStyle/>
        <a:p>
          <a:endParaRPr lang="en-IN"/>
        </a:p>
      </dgm:t>
    </dgm:pt>
    <dgm:pt modelId="{A37605E2-9CAC-4257-B3CF-67F23EE350CE}" type="sibTrans" cxnId="{9AF466BA-F3AB-4A31-9488-F311454D33FC}">
      <dgm:prSet custT="1">
        <dgm:style>
          <a:lnRef idx="2">
            <a:schemeClr val="accent5"/>
          </a:lnRef>
          <a:fillRef idx="1">
            <a:schemeClr val="lt1"/>
          </a:fillRef>
          <a:effectRef idx="0">
            <a:schemeClr val="accent5"/>
          </a:effectRef>
          <a:fontRef idx="minor">
            <a:schemeClr val="dk1"/>
          </a:fontRef>
        </dgm:style>
      </dgm:prSet>
      <dgm:spPr>
        <a:ln w="38100">
          <a:solidFill>
            <a:schemeClr val="accent5">
              <a:lumMod val="75000"/>
            </a:schemeClr>
          </a:solidFill>
        </a:ln>
        <a:effectLst>
          <a:glow rad="63500">
            <a:schemeClr val="accent1">
              <a:satMod val="175000"/>
              <a:alpha val="40000"/>
            </a:schemeClr>
          </a:glow>
        </a:effectLst>
      </dgm:spPr>
      <dgm:t>
        <a:bodyPr/>
        <a:lstStyle/>
        <a:p>
          <a:endParaRPr lang="en-IN" sz="1600" b="1">
            <a:solidFill>
              <a:schemeClr val="accent5">
                <a:lumMod val="75000"/>
              </a:schemeClr>
            </a:solidFill>
          </a:endParaRPr>
        </a:p>
      </dgm:t>
    </dgm:pt>
    <dgm:pt modelId="{A358B9CF-DB03-4973-8BA9-D34161DAEC03}">
      <dgm:prSet phldrT="[Text]" custT="1">
        <dgm:style>
          <a:lnRef idx="2">
            <a:schemeClr val="accent5"/>
          </a:lnRef>
          <a:fillRef idx="1">
            <a:schemeClr val="lt1"/>
          </a:fillRef>
          <a:effectRef idx="0">
            <a:schemeClr val="accent5"/>
          </a:effectRef>
          <a:fontRef idx="minor">
            <a:schemeClr val="dk1"/>
          </a:fontRef>
        </dgm:style>
      </dgm:prSet>
      <dgm:spPr>
        <a:ln w="38100">
          <a:solidFill>
            <a:schemeClr val="accent5">
              <a:lumMod val="75000"/>
            </a:schemeClr>
          </a:solidFill>
        </a:ln>
        <a:effectLst>
          <a:glow rad="63500">
            <a:schemeClr val="accent1">
              <a:satMod val="175000"/>
              <a:alpha val="40000"/>
            </a:schemeClr>
          </a:glow>
        </a:effectLst>
      </dgm:spPr>
      <dgm:t>
        <a:bodyPr/>
        <a:lstStyle/>
        <a:p>
          <a:pPr>
            <a:buNone/>
          </a:pPr>
          <a:r>
            <a:rPr lang="en-IN" sz="1600" b="1" dirty="0">
              <a:solidFill>
                <a:schemeClr val="accent5">
                  <a:lumMod val="75000"/>
                </a:schemeClr>
              </a:solidFill>
            </a:rPr>
            <a:t>Resolution Tracking</a:t>
          </a:r>
        </a:p>
      </dgm:t>
    </dgm:pt>
    <dgm:pt modelId="{A0988428-D301-469B-AB77-96D978966B3A}" type="parTrans" cxnId="{D5FC2F97-0D7D-4277-B6F6-AFA63F767BB6}">
      <dgm:prSet/>
      <dgm:spPr/>
      <dgm:t>
        <a:bodyPr/>
        <a:lstStyle/>
        <a:p>
          <a:endParaRPr lang="en-IN"/>
        </a:p>
      </dgm:t>
    </dgm:pt>
    <dgm:pt modelId="{405CB42B-8579-4E2D-A2A2-D6DFCD6A05A7}" type="sibTrans" cxnId="{D5FC2F97-0D7D-4277-B6F6-AFA63F767BB6}">
      <dgm:prSet/>
      <dgm:spPr/>
      <dgm:t>
        <a:bodyPr/>
        <a:lstStyle/>
        <a:p>
          <a:endParaRPr lang="en-IN"/>
        </a:p>
      </dgm:t>
    </dgm:pt>
    <dgm:pt modelId="{F82BFC55-E3EC-4C26-8F54-AB96D02E68FA}" type="pres">
      <dgm:prSet presAssocID="{576246AE-7729-4AD3-BE87-8ACC6DC21D28}" presName="Name0" presStyleCnt="0">
        <dgm:presLayoutVars>
          <dgm:dir/>
          <dgm:resizeHandles val="exact"/>
        </dgm:presLayoutVars>
      </dgm:prSet>
      <dgm:spPr/>
    </dgm:pt>
    <dgm:pt modelId="{625F9704-3930-44F7-928D-4DBC38722F9E}" type="pres">
      <dgm:prSet presAssocID="{EF9A1116-A0AE-4D31-9910-1F7CF4E99130}" presName="node" presStyleLbl="node1" presStyleIdx="0" presStyleCnt="4" custScaleX="194872">
        <dgm:presLayoutVars>
          <dgm:bulletEnabled val="1"/>
        </dgm:presLayoutVars>
      </dgm:prSet>
      <dgm:spPr/>
    </dgm:pt>
    <dgm:pt modelId="{A80D544A-FB3A-4816-A546-94052333F686}" type="pres">
      <dgm:prSet presAssocID="{0533AABE-CE81-45BF-8336-6C05D9A4A86B}" presName="sibTrans" presStyleLbl="sibTrans2D1" presStyleIdx="0" presStyleCnt="3" custScaleX="194872" custScaleY="194872"/>
      <dgm:spPr/>
    </dgm:pt>
    <dgm:pt modelId="{D4C5781C-D735-4D5D-B133-07F1AF1A2670}" type="pres">
      <dgm:prSet presAssocID="{0533AABE-CE81-45BF-8336-6C05D9A4A86B}" presName="connectorText" presStyleLbl="sibTrans2D1" presStyleIdx="0" presStyleCnt="3"/>
      <dgm:spPr/>
    </dgm:pt>
    <dgm:pt modelId="{2061DC4F-A1B5-4C77-9DB6-8CAB11B6911F}" type="pres">
      <dgm:prSet presAssocID="{0AF402B5-7492-4DDF-961F-E10DEF601F3F}" presName="node" presStyleLbl="node1" presStyleIdx="1" presStyleCnt="4" custScaleX="194872">
        <dgm:presLayoutVars>
          <dgm:bulletEnabled val="1"/>
        </dgm:presLayoutVars>
      </dgm:prSet>
      <dgm:spPr/>
    </dgm:pt>
    <dgm:pt modelId="{C99CCF89-2B73-4C74-BCEE-FC8344AA8690}" type="pres">
      <dgm:prSet presAssocID="{DC409145-4EA7-4F70-A46F-CB820F404E93}" presName="sibTrans" presStyleLbl="sibTrans2D1" presStyleIdx="1" presStyleCnt="3" custScaleX="194872" custScaleY="194872"/>
      <dgm:spPr/>
    </dgm:pt>
    <dgm:pt modelId="{063D0F7C-3915-4B88-A17F-4DA8CA8D49B5}" type="pres">
      <dgm:prSet presAssocID="{DC409145-4EA7-4F70-A46F-CB820F404E93}" presName="connectorText" presStyleLbl="sibTrans2D1" presStyleIdx="1" presStyleCnt="3"/>
      <dgm:spPr/>
    </dgm:pt>
    <dgm:pt modelId="{103CFD20-5CD2-4386-B2B5-6712B66C7FCC}" type="pres">
      <dgm:prSet presAssocID="{32A8F01B-6B08-4903-BBC2-3B5D348187EB}" presName="node" presStyleLbl="node1" presStyleIdx="2" presStyleCnt="4" custScaleX="194872">
        <dgm:presLayoutVars>
          <dgm:bulletEnabled val="1"/>
        </dgm:presLayoutVars>
      </dgm:prSet>
      <dgm:spPr/>
    </dgm:pt>
    <dgm:pt modelId="{D61DF455-1739-4888-B7FC-C672E70116AF}" type="pres">
      <dgm:prSet presAssocID="{A37605E2-9CAC-4257-B3CF-67F23EE350CE}" presName="sibTrans" presStyleLbl="sibTrans2D1" presStyleIdx="2" presStyleCnt="3" custScaleX="194872" custScaleY="194872"/>
      <dgm:spPr/>
    </dgm:pt>
    <dgm:pt modelId="{8B10360A-A27D-4165-BF75-ED011B9D741A}" type="pres">
      <dgm:prSet presAssocID="{A37605E2-9CAC-4257-B3CF-67F23EE350CE}" presName="connectorText" presStyleLbl="sibTrans2D1" presStyleIdx="2" presStyleCnt="3"/>
      <dgm:spPr/>
    </dgm:pt>
    <dgm:pt modelId="{3372D240-3B1D-4E22-BF3D-61055E0D1A45}" type="pres">
      <dgm:prSet presAssocID="{A358B9CF-DB03-4973-8BA9-D34161DAEC03}" presName="node" presStyleLbl="node1" presStyleIdx="3" presStyleCnt="4" custScaleX="194872">
        <dgm:presLayoutVars>
          <dgm:bulletEnabled val="1"/>
        </dgm:presLayoutVars>
      </dgm:prSet>
      <dgm:spPr/>
    </dgm:pt>
  </dgm:ptLst>
  <dgm:cxnLst>
    <dgm:cxn modelId="{E7B4EE00-7890-4EC3-84B9-0E502C2916E0}" type="presOf" srcId="{0533AABE-CE81-45BF-8336-6C05D9A4A86B}" destId="{A80D544A-FB3A-4816-A546-94052333F686}" srcOrd="0" destOrd="0" presId="urn:microsoft.com/office/officeart/2005/8/layout/process1"/>
    <dgm:cxn modelId="{1E692706-8C29-4156-9082-63E0C525782F}" type="presOf" srcId="{32A8F01B-6B08-4903-BBC2-3B5D348187EB}" destId="{103CFD20-5CD2-4386-B2B5-6712B66C7FCC}" srcOrd="0" destOrd="0" presId="urn:microsoft.com/office/officeart/2005/8/layout/process1"/>
    <dgm:cxn modelId="{B1825707-62F4-441F-BF50-4E86E47DC8D8}" type="presOf" srcId="{EF9A1116-A0AE-4D31-9910-1F7CF4E99130}" destId="{625F9704-3930-44F7-928D-4DBC38722F9E}" srcOrd="0" destOrd="0" presId="urn:microsoft.com/office/officeart/2005/8/layout/process1"/>
    <dgm:cxn modelId="{95E14938-55FA-4457-BBFF-C9640B33BCBD}" type="presOf" srcId="{DC409145-4EA7-4F70-A46F-CB820F404E93}" destId="{063D0F7C-3915-4B88-A17F-4DA8CA8D49B5}" srcOrd="1" destOrd="0" presId="urn:microsoft.com/office/officeart/2005/8/layout/process1"/>
    <dgm:cxn modelId="{FE54DC46-0CCA-461B-837B-DD47DCA2A333}" type="presOf" srcId="{A37605E2-9CAC-4257-B3CF-67F23EE350CE}" destId="{8B10360A-A27D-4165-BF75-ED011B9D741A}" srcOrd="1" destOrd="0" presId="urn:microsoft.com/office/officeart/2005/8/layout/process1"/>
    <dgm:cxn modelId="{446D2A69-4FEA-477A-8CCE-0FA8FF49E387}" type="presOf" srcId="{A37605E2-9CAC-4257-B3CF-67F23EE350CE}" destId="{D61DF455-1739-4888-B7FC-C672E70116AF}" srcOrd="0" destOrd="0" presId="urn:microsoft.com/office/officeart/2005/8/layout/process1"/>
    <dgm:cxn modelId="{C081756A-379C-44EC-8E78-46567059C0F9}" type="presOf" srcId="{0AF402B5-7492-4DDF-961F-E10DEF601F3F}" destId="{2061DC4F-A1B5-4C77-9DB6-8CAB11B6911F}" srcOrd="0" destOrd="0" presId="urn:microsoft.com/office/officeart/2005/8/layout/process1"/>
    <dgm:cxn modelId="{D5FC2F97-0D7D-4277-B6F6-AFA63F767BB6}" srcId="{576246AE-7729-4AD3-BE87-8ACC6DC21D28}" destId="{A358B9CF-DB03-4973-8BA9-D34161DAEC03}" srcOrd="3" destOrd="0" parTransId="{A0988428-D301-469B-AB77-96D978966B3A}" sibTransId="{405CB42B-8579-4E2D-A2A2-D6DFCD6A05A7}"/>
    <dgm:cxn modelId="{7B35EE9C-7E0B-4EAC-B62C-0FF0EA0C2045}" type="presOf" srcId="{A358B9CF-DB03-4973-8BA9-D34161DAEC03}" destId="{3372D240-3B1D-4E22-BF3D-61055E0D1A45}" srcOrd="0" destOrd="0" presId="urn:microsoft.com/office/officeart/2005/8/layout/process1"/>
    <dgm:cxn modelId="{6B9764A4-E8CA-4EBD-A6DF-68404D3AE525}" srcId="{576246AE-7729-4AD3-BE87-8ACC6DC21D28}" destId="{EF9A1116-A0AE-4D31-9910-1F7CF4E99130}" srcOrd="0" destOrd="0" parTransId="{E0EF789F-A5EB-49B4-987F-5842ED71BCE0}" sibTransId="{0533AABE-CE81-45BF-8336-6C05D9A4A86B}"/>
    <dgm:cxn modelId="{9218D8AA-EE4B-4A5F-9836-F909FF4484ED}" type="presOf" srcId="{DC409145-4EA7-4F70-A46F-CB820F404E93}" destId="{C99CCF89-2B73-4C74-BCEE-FC8344AA8690}" srcOrd="0" destOrd="0" presId="urn:microsoft.com/office/officeart/2005/8/layout/process1"/>
    <dgm:cxn modelId="{A874F1AD-0CA8-474B-AD14-C789FD161812}" type="presOf" srcId="{0533AABE-CE81-45BF-8336-6C05D9A4A86B}" destId="{D4C5781C-D735-4D5D-B133-07F1AF1A2670}" srcOrd="1" destOrd="0" presId="urn:microsoft.com/office/officeart/2005/8/layout/process1"/>
    <dgm:cxn modelId="{9AF466BA-F3AB-4A31-9488-F311454D33FC}" srcId="{576246AE-7729-4AD3-BE87-8ACC6DC21D28}" destId="{32A8F01B-6B08-4903-BBC2-3B5D348187EB}" srcOrd="2" destOrd="0" parTransId="{FC43E503-7113-4579-9277-1E7060E5D605}" sibTransId="{A37605E2-9CAC-4257-B3CF-67F23EE350CE}"/>
    <dgm:cxn modelId="{FA1087CF-D345-4ED2-B4D1-2B46F04F48B5}" srcId="{576246AE-7729-4AD3-BE87-8ACC6DC21D28}" destId="{0AF402B5-7492-4DDF-961F-E10DEF601F3F}" srcOrd="1" destOrd="0" parTransId="{C6853197-A36C-479E-8F5A-F8DE6FDA5B70}" sibTransId="{DC409145-4EA7-4F70-A46F-CB820F404E93}"/>
    <dgm:cxn modelId="{159FF2FF-3371-4A29-BF6D-FA409E320A09}" type="presOf" srcId="{576246AE-7729-4AD3-BE87-8ACC6DC21D28}" destId="{F82BFC55-E3EC-4C26-8F54-AB96D02E68FA}" srcOrd="0" destOrd="0" presId="urn:microsoft.com/office/officeart/2005/8/layout/process1"/>
    <dgm:cxn modelId="{D788BA0F-CF2F-4053-850A-EF3CA047B809}" type="presParOf" srcId="{F82BFC55-E3EC-4C26-8F54-AB96D02E68FA}" destId="{625F9704-3930-44F7-928D-4DBC38722F9E}" srcOrd="0" destOrd="0" presId="urn:microsoft.com/office/officeart/2005/8/layout/process1"/>
    <dgm:cxn modelId="{7B67B930-EC0D-4CFF-ADDC-5C7B7D2AD77A}" type="presParOf" srcId="{F82BFC55-E3EC-4C26-8F54-AB96D02E68FA}" destId="{A80D544A-FB3A-4816-A546-94052333F686}" srcOrd="1" destOrd="0" presId="urn:microsoft.com/office/officeart/2005/8/layout/process1"/>
    <dgm:cxn modelId="{7503C2EE-1BF7-4500-A6CB-6D12CDFC5863}" type="presParOf" srcId="{A80D544A-FB3A-4816-A546-94052333F686}" destId="{D4C5781C-D735-4D5D-B133-07F1AF1A2670}" srcOrd="0" destOrd="0" presId="urn:microsoft.com/office/officeart/2005/8/layout/process1"/>
    <dgm:cxn modelId="{4D86E93F-8E35-4497-B911-C77FBFAC7922}" type="presParOf" srcId="{F82BFC55-E3EC-4C26-8F54-AB96D02E68FA}" destId="{2061DC4F-A1B5-4C77-9DB6-8CAB11B6911F}" srcOrd="2" destOrd="0" presId="urn:microsoft.com/office/officeart/2005/8/layout/process1"/>
    <dgm:cxn modelId="{937523EC-9901-4777-9AA4-7B7CDB8CC1C2}" type="presParOf" srcId="{F82BFC55-E3EC-4C26-8F54-AB96D02E68FA}" destId="{C99CCF89-2B73-4C74-BCEE-FC8344AA8690}" srcOrd="3" destOrd="0" presId="urn:microsoft.com/office/officeart/2005/8/layout/process1"/>
    <dgm:cxn modelId="{B2F00B07-2A63-4B0F-AF3A-B0B0D46CDF21}" type="presParOf" srcId="{C99CCF89-2B73-4C74-BCEE-FC8344AA8690}" destId="{063D0F7C-3915-4B88-A17F-4DA8CA8D49B5}" srcOrd="0" destOrd="0" presId="urn:microsoft.com/office/officeart/2005/8/layout/process1"/>
    <dgm:cxn modelId="{A2934AC7-DF04-435E-B4FC-C0F15AD1972E}" type="presParOf" srcId="{F82BFC55-E3EC-4C26-8F54-AB96D02E68FA}" destId="{103CFD20-5CD2-4386-B2B5-6712B66C7FCC}" srcOrd="4" destOrd="0" presId="urn:microsoft.com/office/officeart/2005/8/layout/process1"/>
    <dgm:cxn modelId="{AEB8B073-C370-4A1B-84A4-7927AC5FA884}" type="presParOf" srcId="{F82BFC55-E3EC-4C26-8F54-AB96D02E68FA}" destId="{D61DF455-1739-4888-B7FC-C672E70116AF}" srcOrd="5" destOrd="0" presId="urn:microsoft.com/office/officeart/2005/8/layout/process1"/>
    <dgm:cxn modelId="{85E41E0A-07D7-47F1-9599-DC2BD3CCD948}" type="presParOf" srcId="{D61DF455-1739-4888-B7FC-C672E70116AF}" destId="{8B10360A-A27D-4165-BF75-ED011B9D741A}" srcOrd="0" destOrd="0" presId="urn:microsoft.com/office/officeart/2005/8/layout/process1"/>
    <dgm:cxn modelId="{F46CE6ED-62AD-489B-B0D8-5DD04C9175F1}" type="presParOf" srcId="{F82BFC55-E3EC-4C26-8F54-AB96D02E68FA}" destId="{3372D240-3B1D-4E22-BF3D-61055E0D1A45}"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CE949F-B620-4412-A4FA-DC77BE3665C6}" type="doc">
      <dgm:prSet loTypeId="urn:microsoft.com/office/officeart/2005/8/layout/process1" loCatId="process" qsTypeId="urn:microsoft.com/office/officeart/2005/8/quickstyle/simple1#1" qsCatId="simple" csTypeId="urn:microsoft.com/office/officeart/2005/8/colors/accent1_1#1" csCatId="accent1" phldr="1"/>
      <dgm:spPr/>
    </dgm:pt>
    <dgm:pt modelId="{D53B00E8-9102-4FE4-ABC2-B059F1E04566}">
      <dgm:prSet phldrT="[Text]"/>
      <dgm:spPr>
        <a:ln w="38100">
          <a:solidFill>
            <a:schemeClr val="accent5">
              <a:lumMod val="75000"/>
            </a:schemeClr>
          </a:solidFill>
        </a:ln>
        <a:effectLst>
          <a:glow rad="63500">
            <a:schemeClr val="accent1">
              <a:satMod val="175000"/>
              <a:alpha val="40000"/>
            </a:schemeClr>
          </a:glow>
        </a:effectLst>
      </dgm:spPr>
      <dgm:t>
        <a:bodyPr/>
        <a:lstStyle/>
        <a:p>
          <a:pPr>
            <a:buNone/>
          </a:pPr>
          <a:r>
            <a:rPr lang="en-IN" b="1" dirty="0">
              <a:solidFill>
                <a:schemeClr val="accent5">
                  <a:lumMod val="75000"/>
                </a:schemeClr>
              </a:solidFill>
            </a:rPr>
            <a:t>Report</a:t>
          </a:r>
        </a:p>
      </dgm:t>
    </dgm:pt>
    <dgm:pt modelId="{D1D9AB06-5D11-4A07-92BC-D97385C746F9}" type="parTrans" cxnId="{272163D0-41D2-4E20-AD09-DB674EABBD34}">
      <dgm:prSet/>
      <dgm:spPr/>
      <dgm:t>
        <a:bodyPr/>
        <a:lstStyle/>
        <a:p>
          <a:endParaRPr lang="en-IN"/>
        </a:p>
      </dgm:t>
    </dgm:pt>
    <dgm:pt modelId="{F9B29A95-0423-4F69-96FD-98367546A92C}" type="sibTrans" cxnId="{272163D0-41D2-4E20-AD09-DB674EABBD34}">
      <dgm:prSet/>
      <dgm:spPr>
        <a:ln w="38100">
          <a:solidFill>
            <a:schemeClr val="accent5">
              <a:lumMod val="75000"/>
            </a:schemeClr>
          </a:solidFill>
        </a:ln>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F523A1BA-2796-42C5-BB6B-6C315825B132}">
      <dgm:prSet phldrT="[Text]"/>
      <dgm:spPr>
        <a:ln w="38100">
          <a:solidFill>
            <a:schemeClr val="accent5">
              <a:lumMod val="75000"/>
            </a:schemeClr>
          </a:solidFill>
        </a:ln>
        <a:effectLst>
          <a:glow rad="63500">
            <a:schemeClr val="accent1">
              <a:satMod val="175000"/>
              <a:alpha val="40000"/>
            </a:schemeClr>
          </a:glow>
        </a:effectLst>
      </dgm:spPr>
      <dgm:t>
        <a:bodyPr/>
        <a:lstStyle/>
        <a:p>
          <a:pPr>
            <a:buNone/>
          </a:pPr>
          <a:r>
            <a:rPr lang="en-IN" b="1" dirty="0">
              <a:solidFill>
                <a:schemeClr val="accent5">
                  <a:lumMod val="75000"/>
                </a:schemeClr>
              </a:solidFill>
            </a:rPr>
            <a:t>Analyse</a:t>
          </a:r>
        </a:p>
      </dgm:t>
    </dgm:pt>
    <dgm:pt modelId="{FF5D01A0-FE75-4954-9639-DE747CB94030}" type="parTrans" cxnId="{FC598C6B-F23B-4A3A-91F7-7C0FCF158AAD}">
      <dgm:prSet/>
      <dgm:spPr/>
      <dgm:t>
        <a:bodyPr/>
        <a:lstStyle/>
        <a:p>
          <a:endParaRPr lang="en-IN"/>
        </a:p>
      </dgm:t>
    </dgm:pt>
    <dgm:pt modelId="{96AD02EF-0DC1-442F-94B6-2489EC420AF9}" type="sibTrans" cxnId="{FC598C6B-F23B-4A3A-91F7-7C0FCF158AAD}">
      <dgm:prSet/>
      <dgm:spPr>
        <a:ln w="38100">
          <a:solidFill>
            <a:schemeClr val="accent5">
              <a:lumMod val="75000"/>
            </a:schemeClr>
          </a:solidFill>
        </a:ln>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04E491B7-4FF1-44BA-9E25-F879FD98B2F0}">
      <dgm:prSet phldrT="[Text]"/>
      <dgm:spPr>
        <a:ln w="38100">
          <a:solidFill>
            <a:schemeClr val="accent5">
              <a:lumMod val="75000"/>
            </a:schemeClr>
          </a:solidFill>
        </a:ln>
        <a:effectLst>
          <a:glow rad="63500">
            <a:schemeClr val="accent1">
              <a:satMod val="175000"/>
              <a:alpha val="40000"/>
            </a:schemeClr>
          </a:glow>
        </a:effectLst>
      </dgm:spPr>
      <dgm:t>
        <a:bodyPr/>
        <a:lstStyle/>
        <a:p>
          <a:pPr>
            <a:buNone/>
          </a:pPr>
          <a:r>
            <a:rPr lang="en-IN" b="1" dirty="0">
              <a:solidFill>
                <a:schemeClr val="accent5">
                  <a:lumMod val="75000"/>
                </a:schemeClr>
              </a:solidFill>
            </a:rPr>
            <a:t>Route</a:t>
          </a:r>
        </a:p>
      </dgm:t>
    </dgm:pt>
    <dgm:pt modelId="{079DF316-7343-4343-9943-E3512E50867E}" type="parTrans" cxnId="{640E6833-748D-4330-B7AD-85E6DC0E084A}">
      <dgm:prSet/>
      <dgm:spPr/>
      <dgm:t>
        <a:bodyPr/>
        <a:lstStyle/>
        <a:p>
          <a:endParaRPr lang="en-IN"/>
        </a:p>
      </dgm:t>
    </dgm:pt>
    <dgm:pt modelId="{0127695B-B6FB-46FE-AF33-4648CA218DC3}" type="sibTrans" cxnId="{640E6833-748D-4330-B7AD-85E6DC0E084A}">
      <dgm:prSet/>
      <dgm:spPr>
        <a:ln w="38100">
          <a:solidFill>
            <a:schemeClr val="accent5">
              <a:lumMod val="75000"/>
            </a:schemeClr>
          </a:solidFill>
        </a:ln>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4955BF7D-C5C5-405F-A9CF-DE580E5CE7C5}">
      <dgm:prSet phldrT="[Text]"/>
      <dgm:spPr>
        <a:ln w="38100">
          <a:solidFill>
            <a:schemeClr val="accent5">
              <a:lumMod val="75000"/>
            </a:schemeClr>
          </a:solidFill>
        </a:ln>
        <a:effectLst>
          <a:glow rad="63500">
            <a:schemeClr val="accent1">
              <a:satMod val="175000"/>
              <a:alpha val="40000"/>
            </a:schemeClr>
          </a:glow>
        </a:effectLst>
      </dgm:spPr>
      <dgm:t>
        <a:bodyPr/>
        <a:lstStyle/>
        <a:p>
          <a:pPr>
            <a:buNone/>
          </a:pPr>
          <a:r>
            <a:rPr lang="en-IN" b="1" dirty="0">
              <a:solidFill>
                <a:schemeClr val="accent5">
                  <a:lumMod val="75000"/>
                </a:schemeClr>
              </a:solidFill>
            </a:rPr>
            <a:t>Prioritize</a:t>
          </a:r>
        </a:p>
      </dgm:t>
    </dgm:pt>
    <dgm:pt modelId="{6C503DE5-5C40-4459-A6F5-717FB0B4BD91}" type="parTrans" cxnId="{F0FEF448-FB8A-4B0F-B148-D824909FECF5}">
      <dgm:prSet/>
      <dgm:spPr/>
      <dgm:t>
        <a:bodyPr/>
        <a:lstStyle/>
        <a:p>
          <a:endParaRPr lang="en-IN"/>
        </a:p>
      </dgm:t>
    </dgm:pt>
    <dgm:pt modelId="{3009E545-4E39-427E-B015-43215FAF750A}" type="sibTrans" cxnId="{F0FEF448-FB8A-4B0F-B148-D824909FECF5}">
      <dgm:prSet/>
      <dgm:spPr>
        <a:ln w="38100">
          <a:solidFill>
            <a:schemeClr val="accent5">
              <a:lumMod val="75000"/>
            </a:schemeClr>
          </a:solidFill>
        </a:ln>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C0D67607-C916-4F4A-B54F-06A251804C08}">
      <dgm:prSet phldrT="[Text]"/>
      <dgm:spPr>
        <a:ln w="38100">
          <a:solidFill>
            <a:schemeClr val="accent5">
              <a:lumMod val="75000"/>
            </a:schemeClr>
          </a:solidFill>
        </a:ln>
        <a:effectLst>
          <a:glow rad="63500">
            <a:schemeClr val="accent1">
              <a:satMod val="175000"/>
              <a:alpha val="40000"/>
            </a:schemeClr>
          </a:glow>
        </a:effectLst>
      </dgm:spPr>
      <dgm:t>
        <a:bodyPr/>
        <a:lstStyle/>
        <a:p>
          <a:pPr>
            <a:buNone/>
          </a:pPr>
          <a:r>
            <a:rPr lang="en-IN" b="1" dirty="0">
              <a:solidFill>
                <a:schemeClr val="accent5">
                  <a:lumMod val="75000"/>
                </a:schemeClr>
              </a:solidFill>
            </a:rPr>
            <a:t>Review</a:t>
          </a:r>
        </a:p>
      </dgm:t>
    </dgm:pt>
    <dgm:pt modelId="{EEAC8F88-AC56-407D-A754-5371B578EBEA}" type="parTrans" cxnId="{18FBB2D0-2C5D-4F0B-BD64-389B1E9A3045}">
      <dgm:prSet/>
      <dgm:spPr/>
      <dgm:t>
        <a:bodyPr/>
        <a:lstStyle/>
        <a:p>
          <a:endParaRPr lang="en-IN"/>
        </a:p>
      </dgm:t>
    </dgm:pt>
    <dgm:pt modelId="{597307D9-91F9-47CC-A2C0-9A82EEC7CA17}" type="sibTrans" cxnId="{18FBB2D0-2C5D-4F0B-BD64-389B1E9A3045}">
      <dgm:prSet/>
      <dgm:spPr>
        <a:ln w="38100">
          <a:solidFill>
            <a:schemeClr val="accent5">
              <a:lumMod val="75000"/>
            </a:schemeClr>
          </a:solidFill>
        </a:ln>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1C76438F-DD9F-4E4B-9B87-A8C601E86401}">
      <dgm:prSet phldrT="[Text]"/>
      <dgm:spPr>
        <a:ln w="38100">
          <a:solidFill>
            <a:schemeClr val="accent5">
              <a:lumMod val="75000"/>
            </a:schemeClr>
          </a:solidFill>
        </a:ln>
        <a:effectLst>
          <a:glow rad="63500">
            <a:schemeClr val="accent1">
              <a:satMod val="175000"/>
              <a:alpha val="40000"/>
            </a:schemeClr>
          </a:glow>
        </a:effectLst>
      </dgm:spPr>
      <dgm:t>
        <a:bodyPr/>
        <a:lstStyle/>
        <a:p>
          <a:pPr>
            <a:buNone/>
          </a:pPr>
          <a:r>
            <a:rPr lang="en-IN" b="1" dirty="0">
              <a:solidFill>
                <a:schemeClr val="accent5">
                  <a:lumMod val="75000"/>
                </a:schemeClr>
              </a:solidFill>
            </a:rPr>
            <a:t>Resolve</a:t>
          </a:r>
        </a:p>
      </dgm:t>
    </dgm:pt>
    <dgm:pt modelId="{CF8567FB-5FFE-4473-91C3-F9E770421157}" type="parTrans" cxnId="{E6991278-AB36-4580-838A-2C96D3C523AC}">
      <dgm:prSet/>
      <dgm:spPr/>
      <dgm:t>
        <a:bodyPr/>
        <a:lstStyle/>
        <a:p>
          <a:endParaRPr lang="en-IN"/>
        </a:p>
      </dgm:t>
    </dgm:pt>
    <dgm:pt modelId="{24B3B03B-5142-46AF-B4BD-4898AD6AEF08}" type="sibTrans" cxnId="{E6991278-AB36-4580-838A-2C96D3C523AC}">
      <dgm:prSet/>
      <dgm:spPr/>
      <dgm:t>
        <a:bodyPr/>
        <a:lstStyle/>
        <a:p>
          <a:endParaRPr lang="en-IN"/>
        </a:p>
      </dgm:t>
    </dgm:pt>
    <dgm:pt modelId="{80CDF002-BBE4-4704-88F9-707D3A483326}" type="pres">
      <dgm:prSet presAssocID="{A3CE949F-B620-4412-A4FA-DC77BE3665C6}" presName="Name0" presStyleCnt="0">
        <dgm:presLayoutVars>
          <dgm:dir/>
          <dgm:resizeHandles val="exact"/>
        </dgm:presLayoutVars>
      </dgm:prSet>
      <dgm:spPr/>
    </dgm:pt>
    <dgm:pt modelId="{CD26C582-0362-43E7-B30F-B27EA509B002}" type="pres">
      <dgm:prSet presAssocID="{D53B00E8-9102-4FE4-ABC2-B059F1E04566}" presName="node" presStyleLbl="node1" presStyleIdx="0" presStyleCnt="6">
        <dgm:presLayoutVars>
          <dgm:bulletEnabled val="1"/>
        </dgm:presLayoutVars>
      </dgm:prSet>
      <dgm:spPr/>
    </dgm:pt>
    <dgm:pt modelId="{30C73709-52B4-416D-BE86-18E5C450DDC8}" type="pres">
      <dgm:prSet presAssocID="{F9B29A95-0423-4F69-96FD-98367546A92C}" presName="sibTrans" presStyleLbl="sibTrans2D1" presStyleIdx="0" presStyleCnt="5"/>
      <dgm:spPr/>
    </dgm:pt>
    <dgm:pt modelId="{1392045D-E6C0-495E-9255-B05AC7303CB9}" type="pres">
      <dgm:prSet presAssocID="{F9B29A95-0423-4F69-96FD-98367546A92C}" presName="connectorText" presStyleLbl="sibTrans2D1" presStyleIdx="0" presStyleCnt="5"/>
      <dgm:spPr/>
    </dgm:pt>
    <dgm:pt modelId="{B525C074-D843-486C-98DF-0D6919525974}" type="pres">
      <dgm:prSet presAssocID="{F523A1BA-2796-42C5-BB6B-6C315825B132}" presName="node" presStyleLbl="node1" presStyleIdx="1" presStyleCnt="6">
        <dgm:presLayoutVars>
          <dgm:bulletEnabled val="1"/>
        </dgm:presLayoutVars>
      </dgm:prSet>
      <dgm:spPr/>
    </dgm:pt>
    <dgm:pt modelId="{7D31CBF8-1D2D-4D17-B60B-DEF3135E3095}" type="pres">
      <dgm:prSet presAssocID="{96AD02EF-0DC1-442F-94B6-2489EC420AF9}" presName="sibTrans" presStyleLbl="sibTrans2D1" presStyleIdx="1" presStyleCnt="5"/>
      <dgm:spPr/>
    </dgm:pt>
    <dgm:pt modelId="{EDDC1FCF-5308-4197-87FC-8F761D78E197}" type="pres">
      <dgm:prSet presAssocID="{96AD02EF-0DC1-442F-94B6-2489EC420AF9}" presName="connectorText" presStyleLbl="sibTrans2D1" presStyleIdx="1" presStyleCnt="5"/>
      <dgm:spPr/>
    </dgm:pt>
    <dgm:pt modelId="{0105C7C6-4EEB-46C8-B985-D7876CE41B62}" type="pres">
      <dgm:prSet presAssocID="{04E491B7-4FF1-44BA-9E25-F879FD98B2F0}" presName="node" presStyleLbl="node1" presStyleIdx="2" presStyleCnt="6">
        <dgm:presLayoutVars>
          <dgm:bulletEnabled val="1"/>
        </dgm:presLayoutVars>
      </dgm:prSet>
      <dgm:spPr/>
    </dgm:pt>
    <dgm:pt modelId="{571061D9-AF08-4776-82DE-DA65EA1808DB}" type="pres">
      <dgm:prSet presAssocID="{0127695B-B6FB-46FE-AF33-4648CA218DC3}" presName="sibTrans" presStyleLbl="sibTrans2D1" presStyleIdx="2" presStyleCnt="5"/>
      <dgm:spPr/>
    </dgm:pt>
    <dgm:pt modelId="{EAFEC638-C751-48CA-A56B-FA8E55B10BD2}" type="pres">
      <dgm:prSet presAssocID="{0127695B-B6FB-46FE-AF33-4648CA218DC3}" presName="connectorText" presStyleLbl="sibTrans2D1" presStyleIdx="2" presStyleCnt="5"/>
      <dgm:spPr/>
    </dgm:pt>
    <dgm:pt modelId="{BC015356-BAB0-4875-BA4D-B92FCF541112}" type="pres">
      <dgm:prSet presAssocID="{4955BF7D-C5C5-405F-A9CF-DE580E5CE7C5}" presName="node" presStyleLbl="node1" presStyleIdx="3" presStyleCnt="6">
        <dgm:presLayoutVars>
          <dgm:bulletEnabled val="1"/>
        </dgm:presLayoutVars>
      </dgm:prSet>
      <dgm:spPr/>
    </dgm:pt>
    <dgm:pt modelId="{D3D91972-E20F-4FD1-9951-66504E187BA1}" type="pres">
      <dgm:prSet presAssocID="{3009E545-4E39-427E-B015-43215FAF750A}" presName="sibTrans" presStyleLbl="sibTrans2D1" presStyleIdx="3" presStyleCnt="5"/>
      <dgm:spPr/>
    </dgm:pt>
    <dgm:pt modelId="{FDEA5AFD-7C22-413F-AB42-081EC1A7ABE3}" type="pres">
      <dgm:prSet presAssocID="{3009E545-4E39-427E-B015-43215FAF750A}" presName="connectorText" presStyleLbl="sibTrans2D1" presStyleIdx="3" presStyleCnt="5"/>
      <dgm:spPr/>
    </dgm:pt>
    <dgm:pt modelId="{47076E99-36A0-4534-9101-CBDE6129ED5E}" type="pres">
      <dgm:prSet presAssocID="{C0D67607-C916-4F4A-B54F-06A251804C08}" presName="node" presStyleLbl="node1" presStyleIdx="4" presStyleCnt="6">
        <dgm:presLayoutVars>
          <dgm:bulletEnabled val="1"/>
        </dgm:presLayoutVars>
      </dgm:prSet>
      <dgm:spPr/>
    </dgm:pt>
    <dgm:pt modelId="{96FF835D-0285-4B6E-B0E1-E1FBE12417AF}" type="pres">
      <dgm:prSet presAssocID="{597307D9-91F9-47CC-A2C0-9A82EEC7CA17}" presName="sibTrans" presStyleLbl="sibTrans2D1" presStyleIdx="4" presStyleCnt="5"/>
      <dgm:spPr/>
    </dgm:pt>
    <dgm:pt modelId="{2804C76F-63B2-479B-A76E-2BA99540DD87}" type="pres">
      <dgm:prSet presAssocID="{597307D9-91F9-47CC-A2C0-9A82EEC7CA17}" presName="connectorText" presStyleLbl="sibTrans2D1" presStyleIdx="4" presStyleCnt="5"/>
      <dgm:spPr/>
    </dgm:pt>
    <dgm:pt modelId="{7A7519D6-1E45-455A-8E0A-5098FB71A6FE}" type="pres">
      <dgm:prSet presAssocID="{1C76438F-DD9F-4E4B-9B87-A8C601E86401}" presName="node" presStyleLbl="node1" presStyleIdx="5" presStyleCnt="6">
        <dgm:presLayoutVars>
          <dgm:bulletEnabled val="1"/>
        </dgm:presLayoutVars>
      </dgm:prSet>
      <dgm:spPr/>
    </dgm:pt>
  </dgm:ptLst>
  <dgm:cxnLst>
    <dgm:cxn modelId="{DB2D671B-A964-4F67-8EB5-4B877F3CAD8F}" type="presOf" srcId="{0127695B-B6FB-46FE-AF33-4648CA218DC3}" destId="{EAFEC638-C751-48CA-A56B-FA8E55B10BD2}" srcOrd="1" destOrd="0" presId="urn:microsoft.com/office/officeart/2005/8/layout/process1"/>
    <dgm:cxn modelId="{640E6833-748D-4330-B7AD-85E6DC0E084A}" srcId="{A3CE949F-B620-4412-A4FA-DC77BE3665C6}" destId="{04E491B7-4FF1-44BA-9E25-F879FD98B2F0}" srcOrd="2" destOrd="0" parTransId="{079DF316-7343-4343-9943-E3512E50867E}" sibTransId="{0127695B-B6FB-46FE-AF33-4648CA218DC3}"/>
    <dgm:cxn modelId="{F0FEF448-FB8A-4B0F-B148-D824909FECF5}" srcId="{A3CE949F-B620-4412-A4FA-DC77BE3665C6}" destId="{4955BF7D-C5C5-405F-A9CF-DE580E5CE7C5}" srcOrd="3" destOrd="0" parTransId="{6C503DE5-5C40-4459-A6F5-717FB0B4BD91}" sibTransId="{3009E545-4E39-427E-B015-43215FAF750A}"/>
    <dgm:cxn modelId="{FC598C6B-F23B-4A3A-91F7-7C0FCF158AAD}" srcId="{A3CE949F-B620-4412-A4FA-DC77BE3665C6}" destId="{F523A1BA-2796-42C5-BB6B-6C315825B132}" srcOrd="1" destOrd="0" parTransId="{FF5D01A0-FE75-4954-9639-DE747CB94030}" sibTransId="{96AD02EF-0DC1-442F-94B6-2489EC420AF9}"/>
    <dgm:cxn modelId="{835B5556-601D-454C-A717-07C108807AB4}" type="presOf" srcId="{4955BF7D-C5C5-405F-A9CF-DE580E5CE7C5}" destId="{BC015356-BAB0-4875-BA4D-B92FCF541112}" srcOrd="0" destOrd="0" presId="urn:microsoft.com/office/officeart/2005/8/layout/process1"/>
    <dgm:cxn modelId="{E6991278-AB36-4580-838A-2C96D3C523AC}" srcId="{A3CE949F-B620-4412-A4FA-DC77BE3665C6}" destId="{1C76438F-DD9F-4E4B-9B87-A8C601E86401}" srcOrd="5" destOrd="0" parTransId="{CF8567FB-5FFE-4473-91C3-F9E770421157}" sibTransId="{24B3B03B-5142-46AF-B4BD-4898AD6AEF08}"/>
    <dgm:cxn modelId="{9A8E2280-6F95-4D1B-8A37-94C601647F27}" type="presOf" srcId="{1C76438F-DD9F-4E4B-9B87-A8C601E86401}" destId="{7A7519D6-1E45-455A-8E0A-5098FB71A6FE}" srcOrd="0" destOrd="0" presId="urn:microsoft.com/office/officeart/2005/8/layout/process1"/>
    <dgm:cxn modelId="{5ACDA18B-F62B-4708-BFB4-26F2A6849A3D}" type="presOf" srcId="{F523A1BA-2796-42C5-BB6B-6C315825B132}" destId="{B525C074-D843-486C-98DF-0D6919525974}" srcOrd="0" destOrd="0" presId="urn:microsoft.com/office/officeart/2005/8/layout/process1"/>
    <dgm:cxn modelId="{930BD392-00F6-4569-8014-4978475E1EB7}" type="presOf" srcId="{3009E545-4E39-427E-B015-43215FAF750A}" destId="{D3D91972-E20F-4FD1-9951-66504E187BA1}" srcOrd="0" destOrd="0" presId="urn:microsoft.com/office/officeart/2005/8/layout/process1"/>
    <dgm:cxn modelId="{96466F9F-6F42-4BAF-81FC-2146C7951BC9}" type="presOf" srcId="{F9B29A95-0423-4F69-96FD-98367546A92C}" destId="{30C73709-52B4-416D-BE86-18E5C450DDC8}" srcOrd="0" destOrd="0" presId="urn:microsoft.com/office/officeart/2005/8/layout/process1"/>
    <dgm:cxn modelId="{7FB6C1A1-2A87-44E0-9204-F46930E64C0B}" type="presOf" srcId="{D53B00E8-9102-4FE4-ABC2-B059F1E04566}" destId="{CD26C582-0362-43E7-B30F-B27EA509B002}" srcOrd="0" destOrd="0" presId="urn:microsoft.com/office/officeart/2005/8/layout/process1"/>
    <dgm:cxn modelId="{AC3FD5A8-7A43-428A-971E-1F0B10F5A092}" type="presOf" srcId="{0127695B-B6FB-46FE-AF33-4648CA218DC3}" destId="{571061D9-AF08-4776-82DE-DA65EA1808DB}" srcOrd="0" destOrd="0" presId="urn:microsoft.com/office/officeart/2005/8/layout/process1"/>
    <dgm:cxn modelId="{0986E5B3-D7DA-422F-B834-514D34CA9750}" type="presOf" srcId="{A3CE949F-B620-4412-A4FA-DC77BE3665C6}" destId="{80CDF002-BBE4-4704-88F9-707D3A483326}" srcOrd="0" destOrd="0" presId="urn:microsoft.com/office/officeart/2005/8/layout/process1"/>
    <dgm:cxn modelId="{6F0E61B7-0DCC-49FC-8429-6EDE57779C65}" type="presOf" srcId="{C0D67607-C916-4F4A-B54F-06A251804C08}" destId="{47076E99-36A0-4534-9101-CBDE6129ED5E}" srcOrd="0" destOrd="0" presId="urn:microsoft.com/office/officeart/2005/8/layout/process1"/>
    <dgm:cxn modelId="{4DF7F1CB-805A-4001-BB34-5E942DACF21E}" type="presOf" srcId="{F9B29A95-0423-4F69-96FD-98367546A92C}" destId="{1392045D-E6C0-495E-9255-B05AC7303CB9}" srcOrd="1" destOrd="0" presId="urn:microsoft.com/office/officeart/2005/8/layout/process1"/>
    <dgm:cxn modelId="{272163D0-41D2-4E20-AD09-DB674EABBD34}" srcId="{A3CE949F-B620-4412-A4FA-DC77BE3665C6}" destId="{D53B00E8-9102-4FE4-ABC2-B059F1E04566}" srcOrd="0" destOrd="0" parTransId="{D1D9AB06-5D11-4A07-92BC-D97385C746F9}" sibTransId="{F9B29A95-0423-4F69-96FD-98367546A92C}"/>
    <dgm:cxn modelId="{18FBB2D0-2C5D-4F0B-BD64-389B1E9A3045}" srcId="{A3CE949F-B620-4412-A4FA-DC77BE3665C6}" destId="{C0D67607-C916-4F4A-B54F-06A251804C08}" srcOrd="4" destOrd="0" parTransId="{EEAC8F88-AC56-407D-A754-5371B578EBEA}" sibTransId="{597307D9-91F9-47CC-A2C0-9A82EEC7CA17}"/>
    <dgm:cxn modelId="{CC6771D5-77E0-40C8-AE15-F42A9FCF770E}" type="presOf" srcId="{96AD02EF-0DC1-442F-94B6-2489EC420AF9}" destId="{EDDC1FCF-5308-4197-87FC-8F761D78E197}" srcOrd="1" destOrd="0" presId="urn:microsoft.com/office/officeart/2005/8/layout/process1"/>
    <dgm:cxn modelId="{EA495DE5-463E-4692-BD9E-38EF52C189A9}" type="presOf" srcId="{597307D9-91F9-47CC-A2C0-9A82EEC7CA17}" destId="{2804C76F-63B2-479B-A76E-2BA99540DD87}" srcOrd="1" destOrd="0" presId="urn:microsoft.com/office/officeart/2005/8/layout/process1"/>
    <dgm:cxn modelId="{20BF40F2-56D3-4A2C-A0A1-D7305F9128C0}" type="presOf" srcId="{597307D9-91F9-47CC-A2C0-9A82EEC7CA17}" destId="{96FF835D-0285-4B6E-B0E1-E1FBE12417AF}" srcOrd="0" destOrd="0" presId="urn:microsoft.com/office/officeart/2005/8/layout/process1"/>
    <dgm:cxn modelId="{394870FB-5822-4177-821B-624337E3DA7E}" type="presOf" srcId="{96AD02EF-0DC1-442F-94B6-2489EC420AF9}" destId="{7D31CBF8-1D2D-4D17-B60B-DEF3135E3095}" srcOrd="0" destOrd="0" presId="urn:microsoft.com/office/officeart/2005/8/layout/process1"/>
    <dgm:cxn modelId="{2ECA57FD-EF0F-4BAE-B416-7C439B4B98CD}" type="presOf" srcId="{3009E545-4E39-427E-B015-43215FAF750A}" destId="{FDEA5AFD-7C22-413F-AB42-081EC1A7ABE3}" srcOrd="1" destOrd="0" presId="urn:microsoft.com/office/officeart/2005/8/layout/process1"/>
    <dgm:cxn modelId="{43F72FFF-A61E-42E6-B8DD-7A8738DEA2B3}" type="presOf" srcId="{04E491B7-4FF1-44BA-9E25-F879FD98B2F0}" destId="{0105C7C6-4EEB-46C8-B985-D7876CE41B62}" srcOrd="0" destOrd="0" presId="urn:microsoft.com/office/officeart/2005/8/layout/process1"/>
    <dgm:cxn modelId="{4EB8309C-8E65-4236-93A2-30617D5338C0}" type="presParOf" srcId="{80CDF002-BBE4-4704-88F9-707D3A483326}" destId="{CD26C582-0362-43E7-B30F-B27EA509B002}" srcOrd="0" destOrd="0" presId="urn:microsoft.com/office/officeart/2005/8/layout/process1"/>
    <dgm:cxn modelId="{D67C7C46-86AC-4F3F-9C7C-46FE8A9E72F6}" type="presParOf" srcId="{80CDF002-BBE4-4704-88F9-707D3A483326}" destId="{30C73709-52B4-416D-BE86-18E5C450DDC8}" srcOrd="1" destOrd="0" presId="urn:microsoft.com/office/officeart/2005/8/layout/process1"/>
    <dgm:cxn modelId="{1E918AD0-CA81-4101-9CE1-1192D3E2D324}" type="presParOf" srcId="{30C73709-52B4-416D-BE86-18E5C450DDC8}" destId="{1392045D-E6C0-495E-9255-B05AC7303CB9}" srcOrd="0" destOrd="0" presId="urn:microsoft.com/office/officeart/2005/8/layout/process1"/>
    <dgm:cxn modelId="{FEEBC690-B705-42F0-8089-6F5A69331AFB}" type="presParOf" srcId="{80CDF002-BBE4-4704-88F9-707D3A483326}" destId="{B525C074-D843-486C-98DF-0D6919525974}" srcOrd="2" destOrd="0" presId="urn:microsoft.com/office/officeart/2005/8/layout/process1"/>
    <dgm:cxn modelId="{11D4489E-F94B-409F-B589-9E854AB82671}" type="presParOf" srcId="{80CDF002-BBE4-4704-88F9-707D3A483326}" destId="{7D31CBF8-1D2D-4D17-B60B-DEF3135E3095}" srcOrd="3" destOrd="0" presId="urn:microsoft.com/office/officeart/2005/8/layout/process1"/>
    <dgm:cxn modelId="{BE879524-F54F-4EFA-A264-D8EA1695CBDA}" type="presParOf" srcId="{7D31CBF8-1D2D-4D17-B60B-DEF3135E3095}" destId="{EDDC1FCF-5308-4197-87FC-8F761D78E197}" srcOrd="0" destOrd="0" presId="urn:microsoft.com/office/officeart/2005/8/layout/process1"/>
    <dgm:cxn modelId="{E7844695-E6C8-45E5-BC23-CEF2FB565C47}" type="presParOf" srcId="{80CDF002-BBE4-4704-88F9-707D3A483326}" destId="{0105C7C6-4EEB-46C8-B985-D7876CE41B62}" srcOrd="4" destOrd="0" presId="urn:microsoft.com/office/officeart/2005/8/layout/process1"/>
    <dgm:cxn modelId="{E91BC405-DA7B-475B-85FA-C61AC371652C}" type="presParOf" srcId="{80CDF002-BBE4-4704-88F9-707D3A483326}" destId="{571061D9-AF08-4776-82DE-DA65EA1808DB}" srcOrd="5" destOrd="0" presId="urn:microsoft.com/office/officeart/2005/8/layout/process1"/>
    <dgm:cxn modelId="{7485BF5E-8E44-4EEF-B3AA-8731177E5CEB}" type="presParOf" srcId="{571061D9-AF08-4776-82DE-DA65EA1808DB}" destId="{EAFEC638-C751-48CA-A56B-FA8E55B10BD2}" srcOrd="0" destOrd="0" presId="urn:microsoft.com/office/officeart/2005/8/layout/process1"/>
    <dgm:cxn modelId="{A8338964-226F-4BF2-A8D7-9F5B9C15B8F5}" type="presParOf" srcId="{80CDF002-BBE4-4704-88F9-707D3A483326}" destId="{BC015356-BAB0-4875-BA4D-B92FCF541112}" srcOrd="6" destOrd="0" presId="urn:microsoft.com/office/officeart/2005/8/layout/process1"/>
    <dgm:cxn modelId="{E2593707-13FB-4958-81E4-3DF0D891C280}" type="presParOf" srcId="{80CDF002-BBE4-4704-88F9-707D3A483326}" destId="{D3D91972-E20F-4FD1-9951-66504E187BA1}" srcOrd="7" destOrd="0" presId="urn:microsoft.com/office/officeart/2005/8/layout/process1"/>
    <dgm:cxn modelId="{4AB7A327-40DC-4AA1-AB0D-061D79C0C93F}" type="presParOf" srcId="{D3D91972-E20F-4FD1-9951-66504E187BA1}" destId="{FDEA5AFD-7C22-413F-AB42-081EC1A7ABE3}" srcOrd="0" destOrd="0" presId="urn:microsoft.com/office/officeart/2005/8/layout/process1"/>
    <dgm:cxn modelId="{EAB520DE-B79F-4600-912E-7CD66E817BD6}" type="presParOf" srcId="{80CDF002-BBE4-4704-88F9-707D3A483326}" destId="{47076E99-36A0-4534-9101-CBDE6129ED5E}" srcOrd="8" destOrd="0" presId="urn:microsoft.com/office/officeart/2005/8/layout/process1"/>
    <dgm:cxn modelId="{82CAD696-A37D-4774-8496-3DEBF30D9772}" type="presParOf" srcId="{80CDF002-BBE4-4704-88F9-707D3A483326}" destId="{96FF835D-0285-4B6E-B0E1-E1FBE12417AF}" srcOrd="9" destOrd="0" presId="urn:microsoft.com/office/officeart/2005/8/layout/process1"/>
    <dgm:cxn modelId="{8D45AD55-E21E-416A-B8A9-7863C37E9FCE}" type="presParOf" srcId="{96FF835D-0285-4B6E-B0E1-E1FBE12417AF}" destId="{2804C76F-63B2-479B-A76E-2BA99540DD87}" srcOrd="0" destOrd="0" presId="urn:microsoft.com/office/officeart/2005/8/layout/process1"/>
    <dgm:cxn modelId="{F1BFC92A-C638-4AD6-83BE-DB56F9EE1C95}" type="presParOf" srcId="{80CDF002-BBE4-4704-88F9-707D3A483326}" destId="{7A7519D6-1E45-455A-8E0A-5098FB71A6F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F338B4-F16B-4EC0-BAA5-CC90D7A5FDEA}" type="doc">
      <dgm:prSet loTypeId="urn:microsoft.com/office/officeart/2005/8/layout/process1" loCatId="process" qsTypeId="urn:microsoft.com/office/officeart/2005/8/quickstyle/simple1" qsCatId="simple" csTypeId="urn:microsoft.com/office/officeart/2005/8/colors/accent1_2" csCatId="accent1" phldr="1"/>
      <dgm:spPr/>
    </dgm:pt>
    <dgm:pt modelId="{E9E425EC-65FB-4783-8053-0343D3017829}">
      <dgm:prSet phldrT="[Tex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pPr>
            <a:buNone/>
          </a:pPr>
          <a:r>
            <a:rPr lang="en-IN" b="1" dirty="0">
              <a:solidFill>
                <a:schemeClr val="accent5">
                  <a:lumMod val="75000"/>
                </a:schemeClr>
              </a:solidFill>
            </a:rPr>
            <a:t>Unstructured Complaint</a:t>
          </a:r>
        </a:p>
      </dgm:t>
    </dgm:pt>
    <dgm:pt modelId="{9416792E-B0BD-4012-BAC4-752F8B5A1B8A}" type="parTrans" cxnId="{F420DDEE-F614-49B7-AEED-AB37BE497EE0}">
      <dgm:prSet/>
      <dgm:spPr/>
      <dgm:t>
        <a:bodyPr/>
        <a:lstStyle/>
        <a:p>
          <a:endParaRPr lang="en-IN"/>
        </a:p>
      </dgm:t>
    </dgm:pt>
    <dgm:pt modelId="{1EA8803A-A8EE-4DBB-8745-7B01A00E4DA9}" type="sibTrans" cxnId="{F420DDEE-F614-49B7-AEED-AB37BE497EE0}">
      <dgm:prSe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CC256E23-53B1-49A9-981B-9A92545AAA58}">
      <dgm:prSet phldrT="[Tex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pPr>
            <a:buNone/>
          </a:pPr>
          <a:r>
            <a:rPr lang="en-IN" b="1" dirty="0">
              <a:solidFill>
                <a:schemeClr val="accent5">
                  <a:lumMod val="75000"/>
                </a:schemeClr>
              </a:solidFill>
            </a:rPr>
            <a:t>Manual Interpretation</a:t>
          </a:r>
        </a:p>
      </dgm:t>
    </dgm:pt>
    <dgm:pt modelId="{085B9917-83C6-400E-A84F-2C5381FB212C}" type="parTrans" cxnId="{37D588C0-8726-4FAE-BF24-4C9087A71656}">
      <dgm:prSet/>
      <dgm:spPr/>
      <dgm:t>
        <a:bodyPr/>
        <a:lstStyle/>
        <a:p>
          <a:endParaRPr lang="en-IN"/>
        </a:p>
      </dgm:t>
    </dgm:pt>
    <dgm:pt modelId="{2047404F-EBF5-4DC1-A571-7209CBCC988A}" type="sibTrans" cxnId="{37D588C0-8726-4FAE-BF24-4C9087A71656}">
      <dgm:prSe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7301072E-A918-4FD3-8CFF-8086F0AB1BEC}">
      <dgm:prSet phldrT="[Tex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pPr>
            <a:buNone/>
          </a:pPr>
          <a:r>
            <a:rPr lang="en-IN" b="1" dirty="0">
              <a:solidFill>
                <a:schemeClr val="accent5">
                  <a:lumMod val="75000"/>
                </a:schemeClr>
              </a:solidFill>
            </a:rPr>
            <a:t>Delayed / Incorrect Routing</a:t>
          </a:r>
        </a:p>
      </dgm:t>
    </dgm:pt>
    <dgm:pt modelId="{A653F2C7-C756-4ECA-84EA-65A23C672B55}" type="parTrans" cxnId="{9B6B04EF-9DDE-410C-8971-9E6A515ACCCE}">
      <dgm:prSet/>
      <dgm:spPr/>
      <dgm:t>
        <a:bodyPr/>
        <a:lstStyle/>
        <a:p>
          <a:endParaRPr lang="en-IN"/>
        </a:p>
      </dgm:t>
    </dgm:pt>
    <dgm:pt modelId="{CE3C334D-C9AF-4A44-959B-DA2A384A3971}" type="sibTrans" cxnId="{9B6B04EF-9DDE-410C-8971-9E6A515ACCCE}">
      <dgm:prSe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4C3565AC-B193-4284-94C3-AB6345B2F5E7}">
      <dgm:prSet phldrT="[Tex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pPr>
            <a:buNone/>
          </a:pPr>
          <a:r>
            <a:rPr lang="en-IN" b="1" dirty="0">
              <a:solidFill>
                <a:schemeClr val="accent5">
                  <a:lumMod val="75000"/>
                </a:schemeClr>
              </a:solidFill>
            </a:rPr>
            <a:t>Repeated Reports</a:t>
          </a:r>
        </a:p>
      </dgm:t>
    </dgm:pt>
    <dgm:pt modelId="{A0458644-3A00-458F-BBFE-2676EE29601D}" type="parTrans" cxnId="{4E6F04B2-259B-4064-92D3-618036062583}">
      <dgm:prSet/>
      <dgm:spPr/>
      <dgm:t>
        <a:bodyPr/>
        <a:lstStyle/>
        <a:p>
          <a:endParaRPr lang="en-IN"/>
        </a:p>
      </dgm:t>
    </dgm:pt>
    <dgm:pt modelId="{13FB9A72-B6B1-4FAF-B582-5D1A1688DAD8}" type="sibTrans" cxnId="{4E6F04B2-259B-4064-92D3-618036062583}">
      <dgm:prSe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endParaRPr lang="en-IN" b="1">
            <a:solidFill>
              <a:schemeClr val="accent5">
                <a:lumMod val="75000"/>
              </a:schemeClr>
            </a:solidFill>
          </a:endParaRPr>
        </a:p>
      </dgm:t>
    </dgm:pt>
    <dgm:pt modelId="{331E3968-1C65-4B77-BAC8-3514941AF197}">
      <dgm:prSet phldrT="[Text]">
        <dgm:style>
          <a:lnRef idx="2">
            <a:schemeClr val="accent5"/>
          </a:lnRef>
          <a:fillRef idx="1">
            <a:schemeClr val="lt1"/>
          </a:fillRef>
          <a:effectRef idx="0">
            <a:schemeClr val="accent5"/>
          </a:effectRef>
          <a:fontRef idx="minor">
            <a:schemeClr val="dk1"/>
          </a:fontRef>
        </dgm:style>
      </dgm:prSet>
      <dgm:spPr>
        <a:ln w="38100"/>
        <a:effectLst>
          <a:glow rad="63500">
            <a:schemeClr val="accent1">
              <a:satMod val="175000"/>
              <a:alpha val="40000"/>
            </a:schemeClr>
          </a:glow>
        </a:effectLst>
      </dgm:spPr>
      <dgm:t>
        <a:bodyPr/>
        <a:lstStyle/>
        <a:p>
          <a:pPr>
            <a:buNone/>
          </a:pPr>
          <a:r>
            <a:rPr lang="en-IN" b="1" dirty="0">
              <a:solidFill>
                <a:schemeClr val="accent5">
                  <a:lumMod val="75000"/>
                </a:schemeClr>
              </a:solidFill>
            </a:rPr>
            <a:t>Limited Tracking and Accountability</a:t>
          </a:r>
        </a:p>
      </dgm:t>
    </dgm:pt>
    <dgm:pt modelId="{8061B198-7638-4301-B92A-4407DC53FFE0}" type="parTrans" cxnId="{DE7F2F69-A56D-4725-88DD-B6B2C361DE47}">
      <dgm:prSet/>
      <dgm:spPr/>
      <dgm:t>
        <a:bodyPr/>
        <a:lstStyle/>
        <a:p>
          <a:endParaRPr lang="en-IN"/>
        </a:p>
      </dgm:t>
    </dgm:pt>
    <dgm:pt modelId="{3C740083-CF46-4567-AF24-0105F88B699B}" type="sibTrans" cxnId="{DE7F2F69-A56D-4725-88DD-B6B2C361DE47}">
      <dgm:prSet/>
      <dgm:spPr/>
      <dgm:t>
        <a:bodyPr/>
        <a:lstStyle/>
        <a:p>
          <a:endParaRPr lang="en-IN"/>
        </a:p>
      </dgm:t>
    </dgm:pt>
    <dgm:pt modelId="{6F70103B-B7FA-483A-8834-C7372210BA2F}" type="pres">
      <dgm:prSet presAssocID="{05F338B4-F16B-4EC0-BAA5-CC90D7A5FDEA}" presName="Name0" presStyleCnt="0">
        <dgm:presLayoutVars>
          <dgm:dir/>
          <dgm:resizeHandles val="exact"/>
        </dgm:presLayoutVars>
      </dgm:prSet>
      <dgm:spPr/>
    </dgm:pt>
    <dgm:pt modelId="{D7623CB4-3516-4CCF-87BD-3D4EDA6CEC91}" type="pres">
      <dgm:prSet presAssocID="{E9E425EC-65FB-4783-8053-0343D3017829}" presName="node" presStyleLbl="node1" presStyleIdx="0" presStyleCnt="5">
        <dgm:presLayoutVars>
          <dgm:bulletEnabled val="1"/>
        </dgm:presLayoutVars>
      </dgm:prSet>
      <dgm:spPr/>
    </dgm:pt>
    <dgm:pt modelId="{E6BD4BC8-4096-468B-B970-0E71BF937374}" type="pres">
      <dgm:prSet presAssocID="{1EA8803A-A8EE-4DBB-8745-7B01A00E4DA9}" presName="sibTrans" presStyleLbl="sibTrans2D1" presStyleIdx="0" presStyleCnt="4"/>
      <dgm:spPr/>
    </dgm:pt>
    <dgm:pt modelId="{D8A3D579-522C-4523-AA37-47DE1D164E9D}" type="pres">
      <dgm:prSet presAssocID="{1EA8803A-A8EE-4DBB-8745-7B01A00E4DA9}" presName="connectorText" presStyleLbl="sibTrans2D1" presStyleIdx="0" presStyleCnt="4"/>
      <dgm:spPr/>
    </dgm:pt>
    <dgm:pt modelId="{FCB2933A-2324-46E4-89B9-12EA242A71D6}" type="pres">
      <dgm:prSet presAssocID="{CC256E23-53B1-49A9-981B-9A92545AAA58}" presName="node" presStyleLbl="node1" presStyleIdx="1" presStyleCnt="5">
        <dgm:presLayoutVars>
          <dgm:bulletEnabled val="1"/>
        </dgm:presLayoutVars>
      </dgm:prSet>
      <dgm:spPr/>
    </dgm:pt>
    <dgm:pt modelId="{74F4AE77-13B0-4822-9DDB-DB2181968079}" type="pres">
      <dgm:prSet presAssocID="{2047404F-EBF5-4DC1-A571-7209CBCC988A}" presName="sibTrans" presStyleLbl="sibTrans2D1" presStyleIdx="1" presStyleCnt="4"/>
      <dgm:spPr/>
    </dgm:pt>
    <dgm:pt modelId="{47B90E97-90A6-4587-BF6E-5431828D881F}" type="pres">
      <dgm:prSet presAssocID="{2047404F-EBF5-4DC1-A571-7209CBCC988A}" presName="connectorText" presStyleLbl="sibTrans2D1" presStyleIdx="1" presStyleCnt="4"/>
      <dgm:spPr/>
    </dgm:pt>
    <dgm:pt modelId="{CA30DE41-30B2-4C36-BD65-24ABA63A5ABB}" type="pres">
      <dgm:prSet presAssocID="{7301072E-A918-4FD3-8CFF-8086F0AB1BEC}" presName="node" presStyleLbl="node1" presStyleIdx="2" presStyleCnt="5">
        <dgm:presLayoutVars>
          <dgm:bulletEnabled val="1"/>
        </dgm:presLayoutVars>
      </dgm:prSet>
      <dgm:spPr/>
    </dgm:pt>
    <dgm:pt modelId="{E71DCAE1-C105-4BDA-A44D-1D154C764CB6}" type="pres">
      <dgm:prSet presAssocID="{CE3C334D-C9AF-4A44-959B-DA2A384A3971}" presName="sibTrans" presStyleLbl="sibTrans2D1" presStyleIdx="2" presStyleCnt="4"/>
      <dgm:spPr/>
    </dgm:pt>
    <dgm:pt modelId="{3DEC4A44-64F6-40D2-A74C-CCD18C6E750C}" type="pres">
      <dgm:prSet presAssocID="{CE3C334D-C9AF-4A44-959B-DA2A384A3971}" presName="connectorText" presStyleLbl="sibTrans2D1" presStyleIdx="2" presStyleCnt="4"/>
      <dgm:spPr/>
    </dgm:pt>
    <dgm:pt modelId="{AF943B26-6108-48D3-A874-E7DFD736B9B4}" type="pres">
      <dgm:prSet presAssocID="{4C3565AC-B193-4284-94C3-AB6345B2F5E7}" presName="node" presStyleLbl="node1" presStyleIdx="3" presStyleCnt="5">
        <dgm:presLayoutVars>
          <dgm:bulletEnabled val="1"/>
        </dgm:presLayoutVars>
      </dgm:prSet>
      <dgm:spPr/>
    </dgm:pt>
    <dgm:pt modelId="{88530FDD-857B-4CA0-98F6-04528C3A10F6}" type="pres">
      <dgm:prSet presAssocID="{13FB9A72-B6B1-4FAF-B582-5D1A1688DAD8}" presName="sibTrans" presStyleLbl="sibTrans2D1" presStyleIdx="3" presStyleCnt="4"/>
      <dgm:spPr/>
    </dgm:pt>
    <dgm:pt modelId="{F5DA2BE5-56A6-4B84-8DF0-FA1EB8E0A956}" type="pres">
      <dgm:prSet presAssocID="{13FB9A72-B6B1-4FAF-B582-5D1A1688DAD8}" presName="connectorText" presStyleLbl="sibTrans2D1" presStyleIdx="3" presStyleCnt="4"/>
      <dgm:spPr/>
    </dgm:pt>
    <dgm:pt modelId="{4F79E099-0268-4BCE-ACF8-95D4EC1EFB0A}" type="pres">
      <dgm:prSet presAssocID="{331E3968-1C65-4B77-BAC8-3514941AF197}" presName="node" presStyleLbl="node1" presStyleIdx="4" presStyleCnt="5">
        <dgm:presLayoutVars>
          <dgm:bulletEnabled val="1"/>
        </dgm:presLayoutVars>
      </dgm:prSet>
      <dgm:spPr/>
    </dgm:pt>
  </dgm:ptLst>
  <dgm:cxnLst>
    <dgm:cxn modelId="{BC50F904-C4C7-40F4-82AC-D0FED55C40D5}" type="presOf" srcId="{13FB9A72-B6B1-4FAF-B582-5D1A1688DAD8}" destId="{88530FDD-857B-4CA0-98F6-04528C3A10F6}" srcOrd="0" destOrd="0" presId="urn:microsoft.com/office/officeart/2005/8/layout/process1"/>
    <dgm:cxn modelId="{61CDDF18-456F-4D30-A5CA-6ED9E7EAD36F}" type="presOf" srcId="{CE3C334D-C9AF-4A44-959B-DA2A384A3971}" destId="{E71DCAE1-C105-4BDA-A44D-1D154C764CB6}" srcOrd="0" destOrd="0" presId="urn:microsoft.com/office/officeart/2005/8/layout/process1"/>
    <dgm:cxn modelId="{DE7F2F69-A56D-4725-88DD-B6B2C361DE47}" srcId="{05F338B4-F16B-4EC0-BAA5-CC90D7A5FDEA}" destId="{331E3968-1C65-4B77-BAC8-3514941AF197}" srcOrd="4" destOrd="0" parTransId="{8061B198-7638-4301-B92A-4407DC53FFE0}" sibTransId="{3C740083-CF46-4567-AF24-0105F88B699B}"/>
    <dgm:cxn modelId="{1184296C-9C40-4043-BE0B-A07354F1FDB9}" type="presOf" srcId="{331E3968-1C65-4B77-BAC8-3514941AF197}" destId="{4F79E099-0268-4BCE-ACF8-95D4EC1EFB0A}" srcOrd="0" destOrd="0" presId="urn:microsoft.com/office/officeart/2005/8/layout/process1"/>
    <dgm:cxn modelId="{EBE9B26C-6F9C-45B9-BFE0-4A91053B3470}" type="presOf" srcId="{E9E425EC-65FB-4783-8053-0343D3017829}" destId="{D7623CB4-3516-4CCF-87BD-3D4EDA6CEC91}" srcOrd="0" destOrd="0" presId="urn:microsoft.com/office/officeart/2005/8/layout/process1"/>
    <dgm:cxn modelId="{FE31EA52-C95C-4F1E-BD86-B354A09C307E}" type="presOf" srcId="{13FB9A72-B6B1-4FAF-B582-5D1A1688DAD8}" destId="{F5DA2BE5-56A6-4B84-8DF0-FA1EB8E0A956}" srcOrd="1" destOrd="0" presId="urn:microsoft.com/office/officeart/2005/8/layout/process1"/>
    <dgm:cxn modelId="{55B3F956-A3A9-4A83-BC1A-31220563919F}" type="presOf" srcId="{CC256E23-53B1-49A9-981B-9A92545AAA58}" destId="{FCB2933A-2324-46E4-89B9-12EA242A71D6}" srcOrd="0" destOrd="0" presId="urn:microsoft.com/office/officeart/2005/8/layout/process1"/>
    <dgm:cxn modelId="{07AA467A-71E4-4B77-97A2-A5D381C21335}" type="presOf" srcId="{4C3565AC-B193-4284-94C3-AB6345B2F5E7}" destId="{AF943B26-6108-48D3-A874-E7DFD736B9B4}" srcOrd="0" destOrd="0" presId="urn:microsoft.com/office/officeart/2005/8/layout/process1"/>
    <dgm:cxn modelId="{96475F84-640E-4B1C-94F5-67DE60940F0F}" type="presOf" srcId="{1EA8803A-A8EE-4DBB-8745-7B01A00E4DA9}" destId="{E6BD4BC8-4096-468B-B970-0E71BF937374}" srcOrd="0" destOrd="0" presId="urn:microsoft.com/office/officeart/2005/8/layout/process1"/>
    <dgm:cxn modelId="{35EC7C87-A75E-4121-B572-50862DE0B3AA}" type="presOf" srcId="{7301072E-A918-4FD3-8CFF-8086F0AB1BEC}" destId="{CA30DE41-30B2-4C36-BD65-24ABA63A5ABB}" srcOrd="0" destOrd="0" presId="urn:microsoft.com/office/officeart/2005/8/layout/process1"/>
    <dgm:cxn modelId="{11C6D093-D90B-4930-A589-15675717B02F}" type="presOf" srcId="{2047404F-EBF5-4DC1-A571-7209CBCC988A}" destId="{74F4AE77-13B0-4822-9DDB-DB2181968079}" srcOrd="0" destOrd="0" presId="urn:microsoft.com/office/officeart/2005/8/layout/process1"/>
    <dgm:cxn modelId="{C88BBA96-E0FE-483F-A941-810D8FF379E1}" type="presOf" srcId="{05F338B4-F16B-4EC0-BAA5-CC90D7A5FDEA}" destId="{6F70103B-B7FA-483A-8834-C7372210BA2F}" srcOrd="0" destOrd="0" presId="urn:microsoft.com/office/officeart/2005/8/layout/process1"/>
    <dgm:cxn modelId="{110CDDA1-C9B4-4B10-8CFC-0509CB40E3E8}" type="presOf" srcId="{1EA8803A-A8EE-4DBB-8745-7B01A00E4DA9}" destId="{D8A3D579-522C-4523-AA37-47DE1D164E9D}" srcOrd="1" destOrd="0" presId="urn:microsoft.com/office/officeart/2005/8/layout/process1"/>
    <dgm:cxn modelId="{4E6F04B2-259B-4064-92D3-618036062583}" srcId="{05F338B4-F16B-4EC0-BAA5-CC90D7A5FDEA}" destId="{4C3565AC-B193-4284-94C3-AB6345B2F5E7}" srcOrd="3" destOrd="0" parTransId="{A0458644-3A00-458F-BBFE-2676EE29601D}" sibTransId="{13FB9A72-B6B1-4FAF-B582-5D1A1688DAD8}"/>
    <dgm:cxn modelId="{C0342FBE-30CF-4F90-9ADC-049E7CA6EBE6}" type="presOf" srcId="{CE3C334D-C9AF-4A44-959B-DA2A384A3971}" destId="{3DEC4A44-64F6-40D2-A74C-CCD18C6E750C}" srcOrd="1" destOrd="0" presId="urn:microsoft.com/office/officeart/2005/8/layout/process1"/>
    <dgm:cxn modelId="{37D588C0-8726-4FAE-BF24-4C9087A71656}" srcId="{05F338B4-F16B-4EC0-BAA5-CC90D7A5FDEA}" destId="{CC256E23-53B1-49A9-981B-9A92545AAA58}" srcOrd="1" destOrd="0" parTransId="{085B9917-83C6-400E-A84F-2C5381FB212C}" sibTransId="{2047404F-EBF5-4DC1-A571-7209CBCC988A}"/>
    <dgm:cxn modelId="{DACBE7C8-8603-4D1D-8A60-BB3A6F368FDC}" type="presOf" srcId="{2047404F-EBF5-4DC1-A571-7209CBCC988A}" destId="{47B90E97-90A6-4587-BF6E-5431828D881F}" srcOrd="1" destOrd="0" presId="urn:microsoft.com/office/officeart/2005/8/layout/process1"/>
    <dgm:cxn modelId="{F420DDEE-F614-49B7-AEED-AB37BE497EE0}" srcId="{05F338B4-F16B-4EC0-BAA5-CC90D7A5FDEA}" destId="{E9E425EC-65FB-4783-8053-0343D3017829}" srcOrd="0" destOrd="0" parTransId="{9416792E-B0BD-4012-BAC4-752F8B5A1B8A}" sibTransId="{1EA8803A-A8EE-4DBB-8745-7B01A00E4DA9}"/>
    <dgm:cxn modelId="{9B6B04EF-9DDE-410C-8971-9E6A515ACCCE}" srcId="{05F338B4-F16B-4EC0-BAA5-CC90D7A5FDEA}" destId="{7301072E-A918-4FD3-8CFF-8086F0AB1BEC}" srcOrd="2" destOrd="0" parTransId="{A653F2C7-C756-4ECA-84EA-65A23C672B55}" sibTransId="{CE3C334D-C9AF-4A44-959B-DA2A384A3971}"/>
    <dgm:cxn modelId="{CDC5FC63-03A9-465D-A91D-DDFB037C47A4}" type="presParOf" srcId="{6F70103B-B7FA-483A-8834-C7372210BA2F}" destId="{D7623CB4-3516-4CCF-87BD-3D4EDA6CEC91}" srcOrd="0" destOrd="0" presId="urn:microsoft.com/office/officeart/2005/8/layout/process1"/>
    <dgm:cxn modelId="{7FF3327B-B24F-44B4-A56E-5266F3C0F31E}" type="presParOf" srcId="{6F70103B-B7FA-483A-8834-C7372210BA2F}" destId="{E6BD4BC8-4096-468B-B970-0E71BF937374}" srcOrd="1" destOrd="0" presId="urn:microsoft.com/office/officeart/2005/8/layout/process1"/>
    <dgm:cxn modelId="{0BC3403B-BBAD-45E7-A8F1-054442B598E8}" type="presParOf" srcId="{E6BD4BC8-4096-468B-B970-0E71BF937374}" destId="{D8A3D579-522C-4523-AA37-47DE1D164E9D}" srcOrd="0" destOrd="0" presId="urn:microsoft.com/office/officeart/2005/8/layout/process1"/>
    <dgm:cxn modelId="{055A220E-0FCC-4228-94B1-4D800C3DE397}" type="presParOf" srcId="{6F70103B-B7FA-483A-8834-C7372210BA2F}" destId="{FCB2933A-2324-46E4-89B9-12EA242A71D6}" srcOrd="2" destOrd="0" presId="urn:microsoft.com/office/officeart/2005/8/layout/process1"/>
    <dgm:cxn modelId="{EA45DB9C-C002-4E8E-A22E-36DFB39DFBC6}" type="presParOf" srcId="{6F70103B-B7FA-483A-8834-C7372210BA2F}" destId="{74F4AE77-13B0-4822-9DDB-DB2181968079}" srcOrd="3" destOrd="0" presId="urn:microsoft.com/office/officeart/2005/8/layout/process1"/>
    <dgm:cxn modelId="{01EED69A-A11B-4070-982E-454444250033}" type="presParOf" srcId="{74F4AE77-13B0-4822-9DDB-DB2181968079}" destId="{47B90E97-90A6-4587-BF6E-5431828D881F}" srcOrd="0" destOrd="0" presId="urn:microsoft.com/office/officeart/2005/8/layout/process1"/>
    <dgm:cxn modelId="{9027FA30-5DBD-47D6-B45E-7A9F4AE8C991}" type="presParOf" srcId="{6F70103B-B7FA-483A-8834-C7372210BA2F}" destId="{CA30DE41-30B2-4C36-BD65-24ABA63A5ABB}" srcOrd="4" destOrd="0" presId="urn:microsoft.com/office/officeart/2005/8/layout/process1"/>
    <dgm:cxn modelId="{77F98912-D05B-4F3F-A373-5B0F987AC6DC}" type="presParOf" srcId="{6F70103B-B7FA-483A-8834-C7372210BA2F}" destId="{E71DCAE1-C105-4BDA-A44D-1D154C764CB6}" srcOrd="5" destOrd="0" presId="urn:microsoft.com/office/officeart/2005/8/layout/process1"/>
    <dgm:cxn modelId="{C987D68A-6D17-4517-81C3-CEE278EF9BB0}" type="presParOf" srcId="{E71DCAE1-C105-4BDA-A44D-1D154C764CB6}" destId="{3DEC4A44-64F6-40D2-A74C-CCD18C6E750C}" srcOrd="0" destOrd="0" presId="urn:microsoft.com/office/officeart/2005/8/layout/process1"/>
    <dgm:cxn modelId="{2CCDF275-F1CB-4BEC-A6B1-27A2B90A61E8}" type="presParOf" srcId="{6F70103B-B7FA-483A-8834-C7372210BA2F}" destId="{AF943B26-6108-48D3-A874-E7DFD736B9B4}" srcOrd="6" destOrd="0" presId="urn:microsoft.com/office/officeart/2005/8/layout/process1"/>
    <dgm:cxn modelId="{0E5D53AE-53CC-4410-AAAB-9AE020C41BEC}" type="presParOf" srcId="{6F70103B-B7FA-483A-8834-C7372210BA2F}" destId="{88530FDD-857B-4CA0-98F6-04528C3A10F6}" srcOrd="7" destOrd="0" presId="urn:microsoft.com/office/officeart/2005/8/layout/process1"/>
    <dgm:cxn modelId="{3C115450-954B-474D-B873-6B299CE5D949}" type="presParOf" srcId="{88530FDD-857B-4CA0-98F6-04528C3A10F6}" destId="{F5DA2BE5-56A6-4B84-8DF0-FA1EB8E0A956}" srcOrd="0" destOrd="0" presId="urn:microsoft.com/office/officeart/2005/8/layout/process1"/>
    <dgm:cxn modelId="{7D9E1993-E01D-4F78-84B6-AA2CE80CE82A}" type="presParOf" srcId="{6F70103B-B7FA-483A-8834-C7372210BA2F}" destId="{4F79E099-0268-4BCE-ACF8-95D4EC1EFB0A}"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70C726-B256-48F4-B8FD-8EE551E3DDEE}" type="doc">
      <dgm:prSet loTypeId="urn:microsoft.com/office/officeart/2005/8/layout/process2" loCatId="process" qsTypeId="urn:microsoft.com/office/officeart/2005/8/quickstyle/simple1#3" qsCatId="simple" csTypeId="urn:microsoft.com/office/officeart/2005/8/colors/accent1_2#2" csCatId="accent1" phldr="1"/>
      <dgm:spPr/>
    </dgm:pt>
    <dgm:pt modelId="{C6866D5A-D825-4919-B982-CC5FB346400E}">
      <dgm:prSet phldrT="[Tex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pPr>
            <a:buNone/>
          </a:pPr>
          <a:r>
            <a:rPr lang="en-IN" sz="2400" dirty="0">
              <a:solidFill>
                <a:schemeClr val="accent5">
                  <a:lumMod val="75000"/>
                </a:schemeClr>
              </a:solidFill>
            </a:rPr>
            <a:t>Student Login</a:t>
          </a:r>
        </a:p>
      </dgm:t>
    </dgm:pt>
    <dgm:pt modelId="{B3418BEF-3B1D-43C5-B661-501BD30809A8}" type="parTrans" cxnId="{1581E09D-DD3C-481B-B96D-E48745829BB8}">
      <dgm:prSet/>
      <dgm:spPr/>
      <dgm:t>
        <a:bodyPr/>
        <a:lstStyle/>
        <a:p>
          <a:endParaRPr lang="en-IN"/>
        </a:p>
      </dgm:t>
    </dgm:pt>
    <dgm:pt modelId="{C5E5D9E5-5C98-4813-B6BF-77EC126A1F63}" type="sibTrans" cxnId="{1581E09D-DD3C-481B-B96D-E48745829BB8}">
      <dgm:prSe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endParaRPr lang="en-IN" sz="2400">
            <a:solidFill>
              <a:schemeClr val="accent5">
                <a:lumMod val="75000"/>
              </a:schemeClr>
            </a:solidFill>
          </a:endParaRPr>
        </a:p>
      </dgm:t>
    </dgm:pt>
    <dgm:pt modelId="{9EF9E778-E44B-4629-B0F7-09F0040D4346}">
      <dgm:prSet phldrT="[Tex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pPr>
            <a:buNone/>
          </a:pPr>
          <a:r>
            <a:rPr lang="en-IN" sz="2400" dirty="0">
              <a:solidFill>
                <a:schemeClr val="accent5">
                  <a:lumMod val="75000"/>
                </a:schemeClr>
              </a:solidFill>
            </a:rPr>
            <a:t>Complaint Submission</a:t>
          </a:r>
        </a:p>
      </dgm:t>
    </dgm:pt>
    <dgm:pt modelId="{4832E96B-A1BA-41FA-9F03-6A9840F3420C}" type="parTrans" cxnId="{BE0278DA-D2C0-4166-B01F-11F61EF80FEE}">
      <dgm:prSet/>
      <dgm:spPr/>
      <dgm:t>
        <a:bodyPr/>
        <a:lstStyle/>
        <a:p>
          <a:endParaRPr lang="en-IN"/>
        </a:p>
      </dgm:t>
    </dgm:pt>
    <dgm:pt modelId="{4DC26E1B-DFDA-4A76-A821-0836B962CFBF}" type="sibTrans" cxnId="{BE0278DA-D2C0-4166-B01F-11F61EF80FEE}">
      <dgm:prSe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endParaRPr lang="en-IN" sz="2400">
            <a:solidFill>
              <a:schemeClr val="accent5">
                <a:lumMod val="75000"/>
              </a:schemeClr>
            </a:solidFill>
          </a:endParaRPr>
        </a:p>
      </dgm:t>
    </dgm:pt>
    <dgm:pt modelId="{A8E3C4A3-3832-44EC-9F57-9E66B9E5526F}">
      <dgm:prSet phldrT="[Tex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pPr>
            <a:buNone/>
          </a:pPr>
          <a:r>
            <a:rPr lang="en-IN" sz="2400" dirty="0">
              <a:solidFill>
                <a:schemeClr val="accent5">
                  <a:lumMod val="75000"/>
                </a:schemeClr>
              </a:solidFill>
            </a:rPr>
            <a:t>AI-Assisted Analysis</a:t>
          </a:r>
        </a:p>
      </dgm:t>
    </dgm:pt>
    <dgm:pt modelId="{C9E39041-531D-4E40-996B-F9C2449FA675}" type="parTrans" cxnId="{7290B48A-CF54-4183-B1BB-0684220EE4E8}">
      <dgm:prSet/>
      <dgm:spPr/>
      <dgm:t>
        <a:bodyPr/>
        <a:lstStyle/>
        <a:p>
          <a:endParaRPr lang="en-IN"/>
        </a:p>
      </dgm:t>
    </dgm:pt>
    <dgm:pt modelId="{8A2812C8-E815-49DC-B329-F1CE34F112EA}" type="sibTrans" cxnId="{7290B48A-CF54-4183-B1BB-0684220EE4E8}">
      <dgm:prSe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endParaRPr lang="en-IN" sz="2400">
            <a:solidFill>
              <a:schemeClr val="accent5">
                <a:lumMod val="75000"/>
              </a:schemeClr>
            </a:solidFill>
          </a:endParaRPr>
        </a:p>
      </dgm:t>
    </dgm:pt>
    <dgm:pt modelId="{77DB1C2A-B800-4350-ABEF-F184C0C6E7F1}">
      <dgm:prSet phldrT="[Tex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pPr>
            <a:buNone/>
          </a:pPr>
          <a:r>
            <a:rPr lang="en-IN" sz="2400" dirty="0">
              <a:solidFill>
                <a:schemeClr val="accent5">
                  <a:lumMod val="75000"/>
                </a:schemeClr>
              </a:solidFill>
            </a:rPr>
            <a:t>Duplicate Similarity Check</a:t>
          </a:r>
        </a:p>
      </dgm:t>
    </dgm:pt>
    <dgm:pt modelId="{A7386559-39E7-4EAB-A54F-04E9C14C686B}" type="parTrans" cxnId="{162623B1-9572-4111-A89B-C777FA826AB8}">
      <dgm:prSet/>
      <dgm:spPr/>
      <dgm:t>
        <a:bodyPr/>
        <a:lstStyle/>
        <a:p>
          <a:endParaRPr lang="en-IN"/>
        </a:p>
      </dgm:t>
    </dgm:pt>
    <dgm:pt modelId="{4F9C069C-70A3-4B76-AF3B-1DF9ED96FB2F}" type="sibTrans" cxnId="{162623B1-9572-4111-A89B-C777FA826AB8}">
      <dgm:prSe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endParaRPr lang="en-IN" sz="2400">
            <a:solidFill>
              <a:schemeClr val="accent5">
                <a:lumMod val="75000"/>
              </a:schemeClr>
            </a:solidFill>
          </a:endParaRPr>
        </a:p>
      </dgm:t>
    </dgm:pt>
    <dgm:pt modelId="{04D1BC90-1E67-48BD-AAF6-E263B90C2765}">
      <dgm:prSe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pPr>
            <a:buNone/>
          </a:pPr>
          <a:r>
            <a:rPr lang="en-IN" sz="2400" dirty="0">
              <a:solidFill>
                <a:schemeClr val="accent5">
                  <a:lumMod val="75000"/>
                </a:schemeClr>
              </a:solidFill>
            </a:rPr>
            <a:t>Staff Review and Assignment</a:t>
          </a:r>
        </a:p>
      </dgm:t>
    </dgm:pt>
    <dgm:pt modelId="{CB6C3AB8-0F57-4946-9BB6-3A4AD86C4849}" type="parTrans" cxnId="{50E0D261-6CF0-475A-B797-3C9E946EE8AB}">
      <dgm:prSet/>
      <dgm:spPr/>
      <dgm:t>
        <a:bodyPr/>
        <a:lstStyle/>
        <a:p>
          <a:endParaRPr lang="en-IN"/>
        </a:p>
      </dgm:t>
    </dgm:pt>
    <dgm:pt modelId="{C21079FC-67C3-4295-A130-0E25B531D7FC}" type="sibTrans" cxnId="{50E0D261-6CF0-475A-B797-3C9E946EE8AB}">
      <dgm:prSe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endParaRPr lang="en-IN" sz="2400">
            <a:solidFill>
              <a:schemeClr val="accent5">
                <a:lumMod val="75000"/>
              </a:schemeClr>
            </a:solidFill>
          </a:endParaRPr>
        </a:p>
      </dgm:t>
    </dgm:pt>
    <dgm:pt modelId="{19546330-45D9-4C23-88B3-01442AEDB9DD}">
      <dgm:prSet phldrT="[Text]" custT="1">
        <dgm:style>
          <a:lnRef idx="2">
            <a:schemeClr val="accent5"/>
          </a:lnRef>
          <a:fillRef idx="1">
            <a:schemeClr val="lt1"/>
          </a:fillRef>
          <a:effectRef idx="0">
            <a:schemeClr val="accent5"/>
          </a:effectRef>
          <a:fontRef idx="minor">
            <a:schemeClr val="dk1"/>
          </a:fontRef>
        </dgm:style>
      </dgm:prSet>
      <dgm:spPr>
        <a:ln w="19050">
          <a:solidFill>
            <a:schemeClr val="accent5">
              <a:lumMod val="75000"/>
            </a:schemeClr>
          </a:solidFill>
        </a:ln>
        <a:effectLst>
          <a:glow rad="63500">
            <a:schemeClr val="accent1">
              <a:satMod val="175000"/>
              <a:alpha val="40000"/>
            </a:schemeClr>
          </a:glow>
        </a:effectLst>
      </dgm:spPr>
      <dgm:t>
        <a:bodyPr/>
        <a:lstStyle/>
        <a:p>
          <a:pPr>
            <a:buNone/>
          </a:pPr>
          <a:r>
            <a:rPr lang="en-IN" sz="2400" dirty="0">
              <a:solidFill>
                <a:schemeClr val="accent5">
                  <a:lumMod val="75000"/>
                </a:schemeClr>
              </a:solidFill>
            </a:rPr>
            <a:t>Status Update and Impact Verification</a:t>
          </a:r>
        </a:p>
      </dgm:t>
    </dgm:pt>
    <dgm:pt modelId="{B437B8FF-891F-418D-862F-18277A74D055}" type="parTrans" cxnId="{B41FD702-D702-47F8-9FDB-D6505BEE28D2}">
      <dgm:prSet/>
      <dgm:spPr/>
      <dgm:t>
        <a:bodyPr/>
        <a:lstStyle/>
        <a:p>
          <a:endParaRPr lang="en-IN"/>
        </a:p>
      </dgm:t>
    </dgm:pt>
    <dgm:pt modelId="{E5D6F7F1-9CFD-461F-86A8-BDD545EB7D25}" type="sibTrans" cxnId="{B41FD702-D702-47F8-9FDB-D6505BEE28D2}">
      <dgm:prSet/>
      <dgm:spPr/>
      <dgm:t>
        <a:bodyPr/>
        <a:lstStyle/>
        <a:p>
          <a:endParaRPr lang="en-IN"/>
        </a:p>
      </dgm:t>
    </dgm:pt>
    <dgm:pt modelId="{09D7CB0B-B18A-4568-8E0D-5A72224F2D6B}" type="pres">
      <dgm:prSet presAssocID="{6B70C726-B256-48F4-B8FD-8EE551E3DDEE}" presName="linearFlow" presStyleCnt="0">
        <dgm:presLayoutVars>
          <dgm:resizeHandles val="exact"/>
        </dgm:presLayoutVars>
      </dgm:prSet>
      <dgm:spPr/>
    </dgm:pt>
    <dgm:pt modelId="{977D46B1-104B-48CF-813E-5192A6227083}" type="pres">
      <dgm:prSet presAssocID="{C6866D5A-D825-4919-B982-CC5FB346400E}" presName="node" presStyleLbl="node1" presStyleIdx="0" presStyleCnt="6" custScaleX="133100" custScaleY="133100">
        <dgm:presLayoutVars>
          <dgm:bulletEnabled val="1"/>
        </dgm:presLayoutVars>
      </dgm:prSet>
      <dgm:spPr/>
    </dgm:pt>
    <dgm:pt modelId="{1D4956C4-9D64-46B3-BB3F-106A00EBCDB5}" type="pres">
      <dgm:prSet presAssocID="{C5E5D9E5-5C98-4813-B6BF-77EC126A1F63}" presName="sibTrans" presStyleLbl="sibTrans2D1" presStyleIdx="0" presStyleCnt="5" custScaleX="133100" custScaleY="133100"/>
      <dgm:spPr/>
    </dgm:pt>
    <dgm:pt modelId="{75D968F3-501F-463D-8A75-B9ADF5C8EE01}" type="pres">
      <dgm:prSet presAssocID="{C5E5D9E5-5C98-4813-B6BF-77EC126A1F63}" presName="connectorText" presStyleLbl="sibTrans2D1" presStyleIdx="0" presStyleCnt="5"/>
      <dgm:spPr/>
    </dgm:pt>
    <dgm:pt modelId="{2641BAFA-062A-4B83-813E-B3215666BEC9}" type="pres">
      <dgm:prSet presAssocID="{9EF9E778-E44B-4629-B0F7-09F0040D4346}" presName="node" presStyleLbl="node1" presStyleIdx="1" presStyleCnt="6" custScaleX="133100" custScaleY="133100">
        <dgm:presLayoutVars>
          <dgm:bulletEnabled val="1"/>
        </dgm:presLayoutVars>
      </dgm:prSet>
      <dgm:spPr/>
    </dgm:pt>
    <dgm:pt modelId="{4E646B70-3CFC-47A2-9D4F-03D66C2F0155}" type="pres">
      <dgm:prSet presAssocID="{4DC26E1B-DFDA-4A76-A821-0836B962CFBF}" presName="sibTrans" presStyleLbl="sibTrans2D1" presStyleIdx="1" presStyleCnt="5" custScaleX="133100" custScaleY="133100"/>
      <dgm:spPr/>
    </dgm:pt>
    <dgm:pt modelId="{BFAF5EFA-0061-4051-A3DA-25A8649F9E65}" type="pres">
      <dgm:prSet presAssocID="{4DC26E1B-DFDA-4A76-A821-0836B962CFBF}" presName="connectorText" presStyleLbl="sibTrans2D1" presStyleIdx="1" presStyleCnt="5"/>
      <dgm:spPr/>
    </dgm:pt>
    <dgm:pt modelId="{92B0C99A-C8C6-453F-929C-9A3D1E1F2F80}" type="pres">
      <dgm:prSet presAssocID="{A8E3C4A3-3832-44EC-9F57-9E66B9E5526F}" presName="node" presStyleLbl="node1" presStyleIdx="2" presStyleCnt="6" custScaleX="133100" custScaleY="133100">
        <dgm:presLayoutVars>
          <dgm:bulletEnabled val="1"/>
        </dgm:presLayoutVars>
      </dgm:prSet>
      <dgm:spPr/>
    </dgm:pt>
    <dgm:pt modelId="{9D0D5DA5-4DE8-46F2-89D2-3F1F09BD033C}" type="pres">
      <dgm:prSet presAssocID="{8A2812C8-E815-49DC-B329-F1CE34F112EA}" presName="sibTrans" presStyleLbl="sibTrans2D1" presStyleIdx="2" presStyleCnt="5" custScaleX="133100" custScaleY="133100"/>
      <dgm:spPr/>
    </dgm:pt>
    <dgm:pt modelId="{64EDE169-B84F-402E-B344-6AF662FA455C}" type="pres">
      <dgm:prSet presAssocID="{8A2812C8-E815-49DC-B329-F1CE34F112EA}" presName="connectorText" presStyleLbl="sibTrans2D1" presStyleIdx="2" presStyleCnt="5"/>
      <dgm:spPr/>
    </dgm:pt>
    <dgm:pt modelId="{AB2D385A-BFC4-4607-82EA-FEBE390399C2}" type="pres">
      <dgm:prSet presAssocID="{77DB1C2A-B800-4350-ABEF-F184C0C6E7F1}" presName="node" presStyleLbl="node1" presStyleIdx="3" presStyleCnt="6" custScaleX="133100" custScaleY="133100">
        <dgm:presLayoutVars>
          <dgm:bulletEnabled val="1"/>
        </dgm:presLayoutVars>
      </dgm:prSet>
      <dgm:spPr/>
    </dgm:pt>
    <dgm:pt modelId="{11409950-681A-43F9-8836-04EE11D5028D}" type="pres">
      <dgm:prSet presAssocID="{4F9C069C-70A3-4B76-AF3B-1DF9ED96FB2F}" presName="sibTrans" presStyleLbl="sibTrans2D1" presStyleIdx="3" presStyleCnt="5" custScaleX="133100" custScaleY="133100"/>
      <dgm:spPr/>
    </dgm:pt>
    <dgm:pt modelId="{691E2513-7C48-4576-9A6B-29BC1A64DAB0}" type="pres">
      <dgm:prSet presAssocID="{4F9C069C-70A3-4B76-AF3B-1DF9ED96FB2F}" presName="connectorText" presStyleLbl="sibTrans2D1" presStyleIdx="3" presStyleCnt="5"/>
      <dgm:spPr/>
    </dgm:pt>
    <dgm:pt modelId="{47DA1F20-8E82-45E6-9872-F92E3BA6D539}" type="pres">
      <dgm:prSet presAssocID="{04D1BC90-1E67-48BD-AAF6-E263B90C2765}" presName="node" presStyleLbl="node1" presStyleIdx="4" presStyleCnt="6" custScaleX="133100" custScaleY="133100">
        <dgm:presLayoutVars>
          <dgm:bulletEnabled val="1"/>
        </dgm:presLayoutVars>
      </dgm:prSet>
      <dgm:spPr/>
    </dgm:pt>
    <dgm:pt modelId="{291641C7-10C6-4B2D-A87A-3B3A4BE5DD21}" type="pres">
      <dgm:prSet presAssocID="{C21079FC-67C3-4295-A130-0E25B531D7FC}" presName="sibTrans" presStyleLbl="sibTrans2D1" presStyleIdx="4" presStyleCnt="5" custScaleX="133100" custScaleY="133100"/>
      <dgm:spPr/>
    </dgm:pt>
    <dgm:pt modelId="{9A254232-9DC4-4AD9-BABF-CAD251F83B79}" type="pres">
      <dgm:prSet presAssocID="{C21079FC-67C3-4295-A130-0E25B531D7FC}" presName="connectorText" presStyleLbl="sibTrans2D1" presStyleIdx="4" presStyleCnt="5"/>
      <dgm:spPr/>
    </dgm:pt>
    <dgm:pt modelId="{1302D934-D468-496F-953F-DE26ECABB253}" type="pres">
      <dgm:prSet presAssocID="{19546330-45D9-4C23-88B3-01442AEDB9DD}" presName="node" presStyleLbl="node1" presStyleIdx="5" presStyleCnt="6" custScaleX="133100" custScaleY="133100">
        <dgm:presLayoutVars>
          <dgm:bulletEnabled val="1"/>
        </dgm:presLayoutVars>
      </dgm:prSet>
      <dgm:spPr/>
    </dgm:pt>
  </dgm:ptLst>
  <dgm:cxnLst>
    <dgm:cxn modelId="{4259C400-334E-4E0C-9887-936106C14FED}" type="presOf" srcId="{4F9C069C-70A3-4B76-AF3B-1DF9ED96FB2F}" destId="{11409950-681A-43F9-8836-04EE11D5028D}" srcOrd="0" destOrd="0" presId="urn:microsoft.com/office/officeart/2005/8/layout/process2"/>
    <dgm:cxn modelId="{B41FD702-D702-47F8-9FDB-D6505BEE28D2}" srcId="{6B70C726-B256-48F4-B8FD-8EE551E3DDEE}" destId="{19546330-45D9-4C23-88B3-01442AEDB9DD}" srcOrd="5" destOrd="0" parTransId="{B437B8FF-891F-418D-862F-18277A74D055}" sibTransId="{E5D6F7F1-9CFD-461F-86A8-BDD545EB7D25}"/>
    <dgm:cxn modelId="{549A0E13-7810-43D5-8E35-C516F1E1B555}" type="presOf" srcId="{8A2812C8-E815-49DC-B329-F1CE34F112EA}" destId="{9D0D5DA5-4DE8-46F2-89D2-3F1F09BD033C}" srcOrd="0" destOrd="0" presId="urn:microsoft.com/office/officeart/2005/8/layout/process2"/>
    <dgm:cxn modelId="{50E0D261-6CF0-475A-B797-3C9E946EE8AB}" srcId="{6B70C726-B256-48F4-B8FD-8EE551E3DDEE}" destId="{04D1BC90-1E67-48BD-AAF6-E263B90C2765}" srcOrd="4" destOrd="0" parTransId="{CB6C3AB8-0F57-4946-9BB6-3A4AD86C4849}" sibTransId="{C21079FC-67C3-4295-A130-0E25B531D7FC}"/>
    <dgm:cxn modelId="{C368D442-0B17-4250-9391-32D2D0629658}" type="presOf" srcId="{C5E5D9E5-5C98-4813-B6BF-77EC126A1F63}" destId="{1D4956C4-9D64-46B3-BB3F-106A00EBCDB5}" srcOrd="0" destOrd="0" presId="urn:microsoft.com/office/officeart/2005/8/layout/process2"/>
    <dgm:cxn modelId="{14FF8B6A-8DC2-4C34-AB78-D7D53DB75608}" type="presOf" srcId="{C21079FC-67C3-4295-A130-0E25B531D7FC}" destId="{9A254232-9DC4-4AD9-BABF-CAD251F83B79}" srcOrd="1" destOrd="0" presId="urn:microsoft.com/office/officeart/2005/8/layout/process2"/>
    <dgm:cxn modelId="{EEF82A80-2E6B-4719-98A4-5DC6650A8AA3}" type="presOf" srcId="{4DC26E1B-DFDA-4A76-A821-0836B962CFBF}" destId="{BFAF5EFA-0061-4051-A3DA-25A8649F9E65}" srcOrd="1" destOrd="0" presId="urn:microsoft.com/office/officeart/2005/8/layout/process2"/>
    <dgm:cxn modelId="{43FC9580-25E4-4E8B-A369-A54B8D2FC33A}" type="presOf" srcId="{4F9C069C-70A3-4B76-AF3B-1DF9ED96FB2F}" destId="{691E2513-7C48-4576-9A6B-29BC1A64DAB0}" srcOrd="1" destOrd="0" presId="urn:microsoft.com/office/officeart/2005/8/layout/process2"/>
    <dgm:cxn modelId="{1D9AD883-9110-4FC1-9597-47CF9FC7603F}" type="presOf" srcId="{C21079FC-67C3-4295-A130-0E25B531D7FC}" destId="{291641C7-10C6-4B2D-A87A-3B3A4BE5DD21}" srcOrd="0" destOrd="0" presId="urn:microsoft.com/office/officeart/2005/8/layout/process2"/>
    <dgm:cxn modelId="{7290B48A-CF54-4183-B1BB-0684220EE4E8}" srcId="{6B70C726-B256-48F4-B8FD-8EE551E3DDEE}" destId="{A8E3C4A3-3832-44EC-9F57-9E66B9E5526F}" srcOrd="2" destOrd="0" parTransId="{C9E39041-531D-4E40-996B-F9C2449FA675}" sibTransId="{8A2812C8-E815-49DC-B329-F1CE34F112EA}"/>
    <dgm:cxn modelId="{A0043D92-8896-4128-BC10-AE5D37F9445E}" type="presOf" srcId="{C6866D5A-D825-4919-B982-CC5FB346400E}" destId="{977D46B1-104B-48CF-813E-5192A6227083}" srcOrd="0" destOrd="0" presId="urn:microsoft.com/office/officeart/2005/8/layout/process2"/>
    <dgm:cxn modelId="{214EE597-6FDE-4724-A01D-E7347BC094EC}" type="presOf" srcId="{6B70C726-B256-48F4-B8FD-8EE551E3DDEE}" destId="{09D7CB0B-B18A-4568-8E0D-5A72224F2D6B}" srcOrd="0" destOrd="0" presId="urn:microsoft.com/office/officeart/2005/8/layout/process2"/>
    <dgm:cxn modelId="{18481C98-5B9C-4A30-9158-0D9377F5731A}" type="presOf" srcId="{A8E3C4A3-3832-44EC-9F57-9E66B9E5526F}" destId="{92B0C99A-C8C6-453F-929C-9A3D1E1F2F80}" srcOrd="0" destOrd="0" presId="urn:microsoft.com/office/officeart/2005/8/layout/process2"/>
    <dgm:cxn modelId="{1581E09D-DD3C-481B-B96D-E48745829BB8}" srcId="{6B70C726-B256-48F4-B8FD-8EE551E3DDEE}" destId="{C6866D5A-D825-4919-B982-CC5FB346400E}" srcOrd="0" destOrd="0" parTransId="{B3418BEF-3B1D-43C5-B661-501BD30809A8}" sibTransId="{C5E5D9E5-5C98-4813-B6BF-77EC126A1F63}"/>
    <dgm:cxn modelId="{FD183AA1-6823-45AD-823B-CB79AC22D8B0}" type="presOf" srcId="{77DB1C2A-B800-4350-ABEF-F184C0C6E7F1}" destId="{AB2D385A-BFC4-4607-82EA-FEBE390399C2}" srcOrd="0" destOrd="0" presId="urn:microsoft.com/office/officeart/2005/8/layout/process2"/>
    <dgm:cxn modelId="{13ADCBA5-7BFD-4312-829D-61E7764198A0}" type="presOf" srcId="{19546330-45D9-4C23-88B3-01442AEDB9DD}" destId="{1302D934-D468-496F-953F-DE26ECABB253}" srcOrd="0" destOrd="0" presId="urn:microsoft.com/office/officeart/2005/8/layout/process2"/>
    <dgm:cxn modelId="{162623B1-9572-4111-A89B-C777FA826AB8}" srcId="{6B70C726-B256-48F4-B8FD-8EE551E3DDEE}" destId="{77DB1C2A-B800-4350-ABEF-F184C0C6E7F1}" srcOrd="3" destOrd="0" parTransId="{A7386559-39E7-4EAB-A54F-04E9C14C686B}" sibTransId="{4F9C069C-70A3-4B76-AF3B-1DF9ED96FB2F}"/>
    <dgm:cxn modelId="{8CC2BEBD-19EC-4A0A-BC86-6F93C3510AF3}" type="presOf" srcId="{04D1BC90-1E67-48BD-AAF6-E263B90C2765}" destId="{47DA1F20-8E82-45E6-9872-F92E3BA6D539}" srcOrd="0" destOrd="0" presId="urn:microsoft.com/office/officeart/2005/8/layout/process2"/>
    <dgm:cxn modelId="{B5DF76C9-DA8B-4C48-BDB4-AEFB203B4D50}" type="presOf" srcId="{4DC26E1B-DFDA-4A76-A821-0836B962CFBF}" destId="{4E646B70-3CFC-47A2-9D4F-03D66C2F0155}" srcOrd="0" destOrd="0" presId="urn:microsoft.com/office/officeart/2005/8/layout/process2"/>
    <dgm:cxn modelId="{BE0278DA-D2C0-4166-B01F-11F61EF80FEE}" srcId="{6B70C726-B256-48F4-B8FD-8EE551E3DDEE}" destId="{9EF9E778-E44B-4629-B0F7-09F0040D4346}" srcOrd="1" destOrd="0" parTransId="{4832E96B-A1BA-41FA-9F03-6A9840F3420C}" sibTransId="{4DC26E1B-DFDA-4A76-A821-0836B962CFBF}"/>
    <dgm:cxn modelId="{33CF0DE8-A439-4F99-AFDF-B3F16A48B6A3}" type="presOf" srcId="{C5E5D9E5-5C98-4813-B6BF-77EC126A1F63}" destId="{75D968F3-501F-463D-8A75-B9ADF5C8EE01}" srcOrd="1" destOrd="0" presId="urn:microsoft.com/office/officeart/2005/8/layout/process2"/>
    <dgm:cxn modelId="{0448ACF5-DEE9-4419-B596-0549548B90BF}" type="presOf" srcId="{8A2812C8-E815-49DC-B329-F1CE34F112EA}" destId="{64EDE169-B84F-402E-B344-6AF662FA455C}" srcOrd="1" destOrd="0" presId="urn:microsoft.com/office/officeart/2005/8/layout/process2"/>
    <dgm:cxn modelId="{97F7D6F8-DEA2-4F49-9486-19AC61FC8973}" type="presOf" srcId="{9EF9E778-E44B-4629-B0F7-09F0040D4346}" destId="{2641BAFA-062A-4B83-813E-B3215666BEC9}" srcOrd="0" destOrd="0" presId="urn:microsoft.com/office/officeart/2005/8/layout/process2"/>
    <dgm:cxn modelId="{14CEA12C-911F-4376-A7AC-1AFD74AD56BA}" type="presParOf" srcId="{09D7CB0B-B18A-4568-8E0D-5A72224F2D6B}" destId="{977D46B1-104B-48CF-813E-5192A6227083}" srcOrd="0" destOrd="0" presId="urn:microsoft.com/office/officeart/2005/8/layout/process2"/>
    <dgm:cxn modelId="{506E12F9-CA0F-4F17-8B5C-B58ACFAEB85F}" type="presParOf" srcId="{09D7CB0B-B18A-4568-8E0D-5A72224F2D6B}" destId="{1D4956C4-9D64-46B3-BB3F-106A00EBCDB5}" srcOrd="1" destOrd="0" presId="urn:microsoft.com/office/officeart/2005/8/layout/process2"/>
    <dgm:cxn modelId="{A9E0C62C-1AF0-4B6F-ABC5-E6714B353251}" type="presParOf" srcId="{1D4956C4-9D64-46B3-BB3F-106A00EBCDB5}" destId="{75D968F3-501F-463D-8A75-B9ADF5C8EE01}" srcOrd="0" destOrd="0" presId="urn:microsoft.com/office/officeart/2005/8/layout/process2"/>
    <dgm:cxn modelId="{4AB3A7D4-6085-4757-B9CA-FB9074157ECB}" type="presParOf" srcId="{09D7CB0B-B18A-4568-8E0D-5A72224F2D6B}" destId="{2641BAFA-062A-4B83-813E-B3215666BEC9}" srcOrd="2" destOrd="0" presId="urn:microsoft.com/office/officeart/2005/8/layout/process2"/>
    <dgm:cxn modelId="{27F8453C-E8FA-4F91-B170-313ABEEC394F}" type="presParOf" srcId="{09D7CB0B-B18A-4568-8E0D-5A72224F2D6B}" destId="{4E646B70-3CFC-47A2-9D4F-03D66C2F0155}" srcOrd="3" destOrd="0" presId="urn:microsoft.com/office/officeart/2005/8/layout/process2"/>
    <dgm:cxn modelId="{579B4BB7-71AC-4986-B387-8CD7D66F8FD4}" type="presParOf" srcId="{4E646B70-3CFC-47A2-9D4F-03D66C2F0155}" destId="{BFAF5EFA-0061-4051-A3DA-25A8649F9E65}" srcOrd="0" destOrd="0" presId="urn:microsoft.com/office/officeart/2005/8/layout/process2"/>
    <dgm:cxn modelId="{8D0792F2-7E1C-474B-8F26-F2C3BC322991}" type="presParOf" srcId="{09D7CB0B-B18A-4568-8E0D-5A72224F2D6B}" destId="{92B0C99A-C8C6-453F-929C-9A3D1E1F2F80}" srcOrd="4" destOrd="0" presId="urn:microsoft.com/office/officeart/2005/8/layout/process2"/>
    <dgm:cxn modelId="{E9CFD4DA-1A91-47C7-96DE-4A2635A0A075}" type="presParOf" srcId="{09D7CB0B-B18A-4568-8E0D-5A72224F2D6B}" destId="{9D0D5DA5-4DE8-46F2-89D2-3F1F09BD033C}" srcOrd="5" destOrd="0" presId="urn:microsoft.com/office/officeart/2005/8/layout/process2"/>
    <dgm:cxn modelId="{7A4E130A-1F66-49BB-B09C-2E53082FFCB0}" type="presParOf" srcId="{9D0D5DA5-4DE8-46F2-89D2-3F1F09BD033C}" destId="{64EDE169-B84F-402E-B344-6AF662FA455C}" srcOrd="0" destOrd="0" presId="urn:microsoft.com/office/officeart/2005/8/layout/process2"/>
    <dgm:cxn modelId="{ED77369D-8B77-4A29-BE6C-8E26DAAE198D}" type="presParOf" srcId="{09D7CB0B-B18A-4568-8E0D-5A72224F2D6B}" destId="{AB2D385A-BFC4-4607-82EA-FEBE390399C2}" srcOrd="6" destOrd="0" presId="urn:microsoft.com/office/officeart/2005/8/layout/process2"/>
    <dgm:cxn modelId="{C4D64093-E2CA-4260-9F12-778F66A52028}" type="presParOf" srcId="{09D7CB0B-B18A-4568-8E0D-5A72224F2D6B}" destId="{11409950-681A-43F9-8836-04EE11D5028D}" srcOrd="7" destOrd="0" presId="urn:microsoft.com/office/officeart/2005/8/layout/process2"/>
    <dgm:cxn modelId="{30D25B58-4FE5-493B-92AF-B41B3E2633DF}" type="presParOf" srcId="{11409950-681A-43F9-8836-04EE11D5028D}" destId="{691E2513-7C48-4576-9A6B-29BC1A64DAB0}" srcOrd="0" destOrd="0" presId="urn:microsoft.com/office/officeart/2005/8/layout/process2"/>
    <dgm:cxn modelId="{F0BEF22C-40A3-475E-8CCE-37E092DAAE2A}" type="presParOf" srcId="{09D7CB0B-B18A-4568-8E0D-5A72224F2D6B}" destId="{47DA1F20-8E82-45E6-9872-F92E3BA6D539}" srcOrd="8" destOrd="0" presId="urn:microsoft.com/office/officeart/2005/8/layout/process2"/>
    <dgm:cxn modelId="{8424E43C-AC10-46B7-AB97-6C35398C8E34}" type="presParOf" srcId="{09D7CB0B-B18A-4568-8E0D-5A72224F2D6B}" destId="{291641C7-10C6-4B2D-A87A-3B3A4BE5DD21}" srcOrd="9" destOrd="0" presId="urn:microsoft.com/office/officeart/2005/8/layout/process2"/>
    <dgm:cxn modelId="{CEC2ED1D-676E-461B-9894-0E3F0F6EB7C1}" type="presParOf" srcId="{291641C7-10C6-4B2D-A87A-3B3A4BE5DD21}" destId="{9A254232-9DC4-4AD9-BABF-CAD251F83B79}" srcOrd="0" destOrd="0" presId="urn:microsoft.com/office/officeart/2005/8/layout/process2"/>
    <dgm:cxn modelId="{8092CB4A-F493-4135-BBA9-3E980B181B18}" type="presParOf" srcId="{09D7CB0B-B18A-4568-8E0D-5A72224F2D6B}" destId="{1302D934-D468-496F-953F-DE26ECABB253}" srcOrd="10"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5F9704-3930-44F7-928D-4DBC38722F9E}">
      <dsp:nvSpPr>
        <dsp:cNvPr id="0" name=""/>
        <dsp:cNvSpPr/>
      </dsp:nvSpPr>
      <dsp:spPr>
        <a:xfrm>
          <a:off x="6780" y="0"/>
          <a:ext cx="1639726" cy="651461"/>
        </a:xfrm>
        <a:prstGeom prst="roundRect">
          <a:avLst>
            <a:gd name="adj" fmla="val 10000"/>
          </a:avLst>
        </a:prstGeom>
        <a:solidFill>
          <a:schemeClr val="lt1"/>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5">
                  <a:lumMod val="75000"/>
                </a:schemeClr>
              </a:solidFill>
            </a:rPr>
            <a:t>Student Complaint</a:t>
          </a:r>
        </a:p>
      </dsp:txBody>
      <dsp:txXfrm>
        <a:off x="25861" y="19081"/>
        <a:ext cx="1601564" cy="613299"/>
      </dsp:txXfrm>
    </dsp:sp>
    <dsp:sp modelId="{A80D544A-FB3A-4816-A546-94052333F686}">
      <dsp:nvSpPr>
        <dsp:cNvPr id="0" name=""/>
        <dsp:cNvSpPr/>
      </dsp:nvSpPr>
      <dsp:spPr>
        <a:xfrm>
          <a:off x="1646032" y="122404"/>
          <a:ext cx="347622" cy="406652"/>
        </a:xfrm>
        <a:prstGeom prst="rightArrow">
          <a:avLst>
            <a:gd name="adj1" fmla="val 60000"/>
            <a:gd name="adj2" fmla="val 50000"/>
          </a:avLst>
        </a:prstGeom>
        <a:solidFill>
          <a:schemeClr val="lt1"/>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b="1" kern="1200">
            <a:solidFill>
              <a:schemeClr val="accent5">
                <a:lumMod val="75000"/>
              </a:schemeClr>
            </a:solidFill>
          </a:endParaRPr>
        </a:p>
      </dsp:txBody>
      <dsp:txXfrm>
        <a:off x="1646032" y="203734"/>
        <a:ext cx="243335" cy="243992"/>
      </dsp:txXfrm>
    </dsp:sp>
    <dsp:sp modelId="{2061DC4F-A1B5-4C77-9DB6-8CAB11B6911F}">
      <dsp:nvSpPr>
        <dsp:cNvPr id="0" name=""/>
        <dsp:cNvSpPr/>
      </dsp:nvSpPr>
      <dsp:spPr>
        <a:xfrm>
          <a:off x="1983082" y="0"/>
          <a:ext cx="1639726" cy="651461"/>
        </a:xfrm>
        <a:prstGeom prst="roundRect">
          <a:avLst>
            <a:gd name="adj" fmla="val 10000"/>
          </a:avLst>
        </a:prstGeom>
        <a:solidFill>
          <a:schemeClr val="lt1"/>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5">
                  <a:lumMod val="75000"/>
                </a:schemeClr>
              </a:solidFill>
            </a:rPr>
            <a:t>AI Recommendation</a:t>
          </a:r>
        </a:p>
      </dsp:txBody>
      <dsp:txXfrm>
        <a:off x="2002163" y="19081"/>
        <a:ext cx="1601564" cy="613299"/>
      </dsp:txXfrm>
    </dsp:sp>
    <dsp:sp modelId="{C99CCF89-2B73-4C74-BCEE-FC8344AA8690}">
      <dsp:nvSpPr>
        <dsp:cNvPr id="0" name=""/>
        <dsp:cNvSpPr/>
      </dsp:nvSpPr>
      <dsp:spPr>
        <a:xfrm>
          <a:off x="3622334" y="122404"/>
          <a:ext cx="347622" cy="406652"/>
        </a:xfrm>
        <a:prstGeom prst="rightArrow">
          <a:avLst>
            <a:gd name="adj1" fmla="val 60000"/>
            <a:gd name="adj2" fmla="val 50000"/>
          </a:avLst>
        </a:prstGeom>
        <a:solidFill>
          <a:schemeClr val="lt1"/>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b="1" kern="1200">
            <a:solidFill>
              <a:schemeClr val="accent5">
                <a:lumMod val="75000"/>
              </a:schemeClr>
            </a:solidFill>
          </a:endParaRPr>
        </a:p>
      </dsp:txBody>
      <dsp:txXfrm>
        <a:off x="3622334" y="203734"/>
        <a:ext cx="243335" cy="243992"/>
      </dsp:txXfrm>
    </dsp:sp>
    <dsp:sp modelId="{103CFD20-5CD2-4386-B2B5-6712B66C7FCC}">
      <dsp:nvSpPr>
        <dsp:cNvPr id="0" name=""/>
        <dsp:cNvSpPr/>
      </dsp:nvSpPr>
      <dsp:spPr>
        <a:xfrm>
          <a:off x="3959384" y="0"/>
          <a:ext cx="1639726" cy="651461"/>
        </a:xfrm>
        <a:prstGeom prst="roundRect">
          <a:avLst>
            <a:gd name="adj" fmla="val 10000"/>
          </a:avLst>
        </a:prstGeom>
        <a:solidFill>
          <a:schemeClr val="lt1"/>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5">
                  <a:lumMod val="75000"/>
                </a:schemeClr>
              </a:solidFill>
            </a:rPr>
            <a:t>Staff Review</a:t>
          </a:r>
        </a:p>
      </dsp:txBody>
      <dsp:txXfrm>
        <a:off x="3978465" y="19081"/>
        <a:ext cx="1601564" cy="613299"/>
      </dsp:txXfrm>
    </dsp:sp>
    <dsp:sp modelId="{D61DF455-1739-4888-B7FC-C672E70116AF}">
      <dsp:nvSpPr>
        <dsp:cNvPr id="0" name=""/>
        <dsp:cNvSpPr/>
      </dsp:nvSpPr>
      <dsp:spPr>
        <a:xfrm>
          <a:off x="5598635" y="122404"/>
          <a:ext cx="347622" cy="406652"/>
        </a:xfrm>
        <a:prstGeom prst="rightArrow">
          <a:avLst>
            <a:gd name="adj1" fmla="val 60000"/>
            <a:gd name="adj2" fmla="val 50000"/>
          </a:avLst>
        </a:prstGeom>
        <a:solidFill>
          <a:schemeClr val="lt1"/>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b="1" kern="1200">
            <a:solidFill>
              <a:schemeClr val="accent5">
                <a:lumMod val="75000"/>
              </a:schemeClr>
            </a:solidFill>
          </a:endParaRPr>
        </a:p>
      </dsp:txBody>
      <dsp:txXfrm>
        <a:off x="5598635" y="203734"/>
        <a:ext cx="243335" cy="243992"/>
      </dsp:txXfrm>
    </dsp:sp>
    <dsp:sp modelId="{3372D240-3B1D-4E22-BF3D-61055E0D1A45}">
      <dsp:nvSpPr>
        <dsp:cNvPr id="0" name=""/>
        <dsp:cNvSpPr/>
      </dsp:nvSpPr>
      <dsp:spPr>
        <a:xfrm>
          <a:off x="5935685" y="0"/>
          <a:ext cx="1639726" cy="651461"/>
        </a:xfrm>
        <a:prstGeom prst="roundRect">
          <a:avLst>
            <a:gd name="adj" fmla="val 10000"/>
          </a:avLst>
        </a:prstGeom>
        <a:solidFill>
          <a:schemeClr val="lt1"/>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5">
                  <a:lumMod val="75000"/>
                </a:schemeClr>
              </a:solidFill>
            </a:rPr>
            <a:t>Resolution Tracking</a:t>
          </a:r>
        </a:p>
      </dsp:txBody>
      <dsp:txXfrm>
        <a:off x="5954766" y="19081"/>
        <a:ext cx="1601564" cy="6132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26C582-0362-43E7-B30F-B27EA509B002}">
      <dsp:nvSpPr>
        <dsp:cNvPr id="0" name=""/>
        <dsp:cNvSpPr/>
      </dsp:nvSpPr>
      <dsp:spPr>
        <a:xfrm>
          <a:off x="0" y="287979"/>
          <a:ext cx="1016000" cy="609600"/>
        </a:xfrm>
        <a:prstGeom prst="roundRect">
          <a:avLst>
            <a:gd name="adj" fmla="val 10000"/>
          </a:avLst>
        </a:prstGeom>
        <a:solidFill>
          <a:schemeClr val="lt1">
            <a:hueOff val="0"/>
            <a:satOff val="0"/>
            <a:lumOff val="0"/>
            <a:alphaOff val="0"/>
          </a:schemeClr>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solidFill>
                <a:schemeClr val="accent5">
                  <a:lumMod val="75000"/>
                </a:schemeClr>
              </a:solidFill>
            </a:rPr>
            <a:t>Report</a:t>
          </a:r>
        </a:p>
      </dsp:txBody>
      <dsp:txXfrm>
        <a:off x="17855" y="305834"/>
        <a:ext cx="980290" cy="573890"/>
      </dsp:txXfrm>
    </dsp:sp>
    <dsp:sp modelId="{30C73709-52B4-416D-BE86-18E5C450DDC8}">
      <dsp:nvSpPr>
        <dsp:cNvPr id="0" name=""/>
        <dsp:cNvSpPr/>
      </dsp:nvSpPr>
      <dsp:spPr>
        <a:xfrm>
          <a:off x="1117599" y="466796"/>
          <a:ext cx="215392" cy="251968"/>
        </a:xfrm>
        <a:prstGeom prst="rightArrow">
          <a:avLst>
            <a:gd name="adj1" fmla="val 60000"/>
            <a:gd name="adj2" fmla="val 50000"/>
          </a:avLst>
        </a:prstGeom>
        <a:solidFill>
          <a:schemeClr val="accent1">
            <a:tint val="60000"/>
            <a:hueOff val="0"/>
            <a:satOff val="0"/>
            <a:lumOff val="0"/>
            <a:alphaOff val="0"/>
          </a:schemeClr>
        </a:solidFill>
        <a:ln w="38100">
          <a:solidFill>
            <a:schemeClr val="accent5">
              <a:lumMod val="75000"/>
            </a:schemeClr>
          </a:solidFill>
        </a:ln>
        <a:effectLst>
          <a:glow rad="63500">
            <a:schemeClr val="accent1">
              <a:satMod val="175000"/>
              <a:alpha val="40000"/>
            </a:schemeClr>
          </a:glo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b="1" kern="1200">
            <a:solidFill>
              <a:schemeClr val="accent5">
                <a:lumMod val="75000"/>
              </a:schemeClr>
            </a:solidFill>
          </a:endParaRPr>
        </a:p>
      </dsp:txBody>
      <dsp:txXfrm>
        <a:off x="1117599" y="517190"/>
        <a:ext cx="150774" cy="151180"/>
      </dsp:txXfrm>
    </dsp:sp>
    <dsp:sp modelId="{B525C074-D843-486C-98DF-0D6919525974}">
      <dsp:nvSpPr>
        <dsp:cNvPr id="0" name=""/>
        <dsp:cNvSpPr/>
      </dsp:nvSpPr>
      <dsp:spPr>
        <a:xfrm>
          <a:off x="1422399" y="287979"/>
          <a:ext cx="1016000" cy="609600"/>
        </a:xfrm>
        <a:prstGeom prst="roundRect">
          <a:avLst>
            <a:gd name="adj" fmla="val 10000"/>
          </a:avLst>
        </a:prstGeom>
        <a:solidFill>
          <a:schemeClr val="lt1">
            <a:hueOff val="0"/>
            <a:satOff val="0"/>
            <a:lumOff val="0"/>
            <a:alphaOff val="0"/>
          </a:schemeClr>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solidFill>
                <a:schemeClr val="accent5">
                  <a:lumMod val="75000"/>
                </a:schemeClr>
              </a:solidFill>
            </a:rPr>
            <a:t>Analyse</a:t>
          </a:r>
        </a:p>
      </dsp:txBody>
      <dsp:txXfrm>
        <a:off x="1440254" y="305834"/>
        <a:ext cx="980290" cy="573890"/>
      </dsp:txXfrm>
    </dsp:sp>
    <dsp:sp modelId="{7D31CBF8-1D2D-4D17-B60B-DEF3135E3095}">
      <dsp:nvSpPr>
        <dsp:cNvPr id="0" name=""/>
        <dsp:cNvSpPr/>
      </dsp:nvSpPr>
      <dsp:spPr>
        <a:xfrm>
          <a:off x="2539999" y="466796"/>
          <a:ext cx="215392" cy="251968"/>
        </a:xfrm>
        <a:prstGeom prst="rightArrow">
          <a:avLst>
            <a:gd name="adj1" fmla="val 60000"/>
            <a:gd name="adj2" fmla="val 50000"/>
          </a:avLst>
        </a:prstGeom>
        <a:solidFill>
          <a:schemeClr val="accent1">
            <a:tint val="60000"/>
            <a:hueOff val="0"/>
            <a:satOff val="0"/>
            <a:lumOff val="0"/>
            <a:alphaOff val="0"/>
          </a:schemeClr>
        </a:solidFill>
        <a:ln w="38100">
          <a:solidFill>
            <a:schemeClr val="accent5">
              <a:lumMod val="75000"/>
            </a:schemeClr>
          </a:solidFill>
        </a:ln>
        <a:effectLst>
          <a:glow rad="63500">
            <a:schemeClr val="accent1">
              <a:satMod val="175000"/>
              <a:alpha val="40000"/>
            </a:schemeClr>
          </a:glo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b="1" kern="1200">
            <a:solidFill>
              <a:schemeClr val="accent5">
                <a:lumMod val="75000"/>
              </a:schemeClr>
            </a:solidFill>
          </a:endParaRPr>
        </a:p>
      </dsp:txBody>
      <dsp:txXfrm>
        <a:off x="2539999" y="517190"/>
        <a:ext cx="150774" cy="151180"/>
      </dsp:txXfrm>
    </dsp:sp>
    <dsp:sp modelId="{0105C7C6-4EEB-46C8-B985-D7876CE41B62}">
      <dsp:nvSpPr>
        <dsp:cNvPr id="0" name=""/>
        <dsp:cNvSpPr/>
      </dsp:nvSpPr>
      <dsp:spPr>
        <a:xfrm>
          <a:off x="2844799" y="287979"/>
          <a:ext cx="1016000" cy="609600"/>
        </a:xfrm>
        <a:prstGeom prst="roundRect">
          <a:avLst>
            <a:gd name="adj" fmla="val 10000"/>
          </a:avLst>
        </a:prstGeom>
        <a:solidFill>
          <a:schemeClr val="lt1">
            <a:hueOff val="0"/>
            <a:satOff val="0"/>
            <a:lumOff val="0"/>
            <a:alphaOff val="0"/>
          </a:schemeClr>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solidFill>
                <a:schemeClr val="accent5">
                  <a:lumMod val="75000"/>
                </a:schemeClr>
              </a:solidFill>
            </a:rPr>
            <a:t>Route</a:t>
          </a:r>
        </a:p>
      </dsp:txBody>
      <dsp:txXfrm>
        <a:off x="2862654" y="305834"/>
        <a:ext cx="980290" cy="573890"/>
      </dsp:txXfrm>
    </dsp:sp>
    <dsp:sp modelId="{571061D9-AF08-4776-82DE-DA65EA1808DB}">
      <dsp:nvSpPr>
        <dsp:cNvPr id="0" name=""/>
        <dsp:cNvSpPr/>
      </dsp:nvSpPr>
      <dsp:spPr>
        <a:xfrm>
          <a:off x="3962400" y="466796"/>
          <a:ext cx="215391" cy="251968"/>
        </a:xfrm>
        <a:prstGeom prst="rightArrow">
          <a:avLst>
            <a:gd name="adj1" fmla="val 60000"/>
            <a:gd name="adj2" fmla="val 50000"/>
          </a:avLst>
        </a:prstGeom>
        <a:solidFill>
          <a:schemeClr val="accent1">
            <a:tint val="60000"/>
            <a:hueOff val="0"/>
            <a:satOff val="0"/>
            <a:lumOff val="0"/>
            <a:alphaOff val="0"/>
          </a:schemeClr>
        </a:solidFill>
        <a:ln w="38100">
          <a:solidFill>
            <a:schemeClr val="accent5">
              <a:lumMod val="75000"/>
            </a:schemeClr>
          </a:solidFill>
        </a:ln>
        <a:effectLst>
          <a:glow rad="63500">
            <a:schemeClr val="accent1">
              <a:satMod val="175000"/>
              <a:alpha val="40000"/>
            </a:schemeClr>
          </a:glo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b="1" kern="1200">
            <a:solidFill>
              <a:schemeClr val="accent5">
                <a:lumMod val="75000"/>
              </a:schemeClr>
            </a:solidFill>
          </a:endParaRPr>
        </a:p>
      </dsp:txBody>
      <dsp:txXfrm>
        <a:off x="3962400" y="517190"/>
        <a:ext cx="150774" cy="151180"/>
      </dsp:txXfrm>
    </dsp:sp>
    <dsp:sp modelId="{BC015356-BAB0-4875-BA4D-B92FCF541112}">
      <dsp:nvSpPr>
        <dsp:cNvPr id="0" name=""/>
        <dsp:cNvSpPr/>
      </dsp:nvSpPr>
      <dsp:spPr>
        <a:xfrm>
          <a:off x="4267199" y="287979"/>
          <a:ext cx="1016000" cy="609600"/>
        </a:xfrm>
        <a:prstGeom prst="roundRect">
          <a:avLst>
            <a:gd name="adj" fmla="val 10000"/>
          </a:avLst>
        </a:prstGeom>
        <a:solidFill>
          <a:schemeClr val="lt1">
            <a:hueOff val="0"/>
            <a:satOff val="0"/>
            <a:lumOff val="0"/>
            <a:alphaOff val="0"/>
          </a:schemeClr>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solidFill>
                <a:schemeClr val="accent5">
                  <a:lumMod val="75000"/>
                </a:schemeClr>
              </a:solidFill>
            </a:rPr>
            <a:t>Prioritize</a:t>
          </a:r>
        </a:p>
      </dsp:txBody>
      <dsp:txXfrm>
        <a:off x="4285054" y="305834"/>
        <a:ext cx="980290" cy="573890"/>
      </dsp:txXfrm>
    </dsp:sp>
    <dsp:sp modelId="{D3D91972-E20F-4FD1-9951-66504E187BA1}">
      <dsp:nvSpPr>
        <dsp:cNvPr id="0" name=""/>
        <dsp:cNvSpPr/>
      </dsp:nvSpPr>
      <dsp:spPr>
        <a:xfrm>
          <a:off x="5384799" y="466796"/>
          <a:ext cx="215392" cy="251968"/>
        </a:xfrm>
        <a:prstGeom prst="rightArrow">
          <a:avLst>
            <a:gd name="adj1" fmla="val 60000"/>
            <a:gd name="adj2" fmla="val 50000"/>
          </a:avLst>
        </a:prstGeom>
        <a:solidFill>
          <a:schemeClr val="accent1">
            <a:tint val="60000"/>
            <a:hueOff val="0"/>
            <a:satOff val="0"/>
            <a:lumOff val="0"/>
            <a:alphaOff val="0"/>
          </a:schemeClr>
        </a:solidFill>
        <a:ln w="38100">
          <a:solidFill>
            <a:schemeClr val="accent5">
              <a:lumMod val="75000"/>
            </a:schemeClr>
          </a:solidFill>
        </a:ln>
        <a:effectLst>
          <a:glow rad="63500">
            <a:schemeClr val="accent1">
              <a:satMod val="175000"/>
              <a:alpha val="40000"/>
            </a:schemeClr>
          </a:glo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b="1" kern="1200">
            <a:solidFill>
              <a:schemeClr val="accent5">
                <a:lumMod val="75000"/>
              </a:schemeClr>
            </a:solidFill>
          </a:endParaRPr>
        </a:p>
      </dsp:txBody>
      <dsp:txXfrm>
        <a:off x="5384799" y="517190"/>
        <a:ext cx="150774" cy="151180"/>
      </dsp:txXfrm>
    </dsp:sp>
    <dsp:sp modelId="{47076E99-36A0-4534-9101-CBDE6129ED5E}">
      <dsp:nvSpPr>
        <dsp:cNvPr id="0" name=""/>
        <dsp:cNvSpPr/>
      </dsp:nvSpPr>
      <dsp:spPr>
        <a:xfrm>
          <a:off x="5689599" y="287979"/>
          <a:ext cx="1016000" cy="609600"/>
        </a:xfrm>
        <a:prstGeom prst="roundRect">
          <a:avLst>
            <a:gd name="adj" fmla="val 10000"/>
          </a:avLst>
        </a:prstGeom>
        <a:solidFill>
          <a:schemeClr val="lt1">
            <a:hueOff val="0"/>
            <a:satOff val="0"/>
            <a:lumOff val="0"/>
            <a:alphaOff val="0"/>
          </a:schemeClr>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solidFill>
                <a:schemeClr val="accent5">
                  <a:lumMod val="75000"/>
                </a:schemeClr>
              </a:solidFill>
            </a:rPr>
            <a:t>Review</a:t>
          </a:r>
        </a:p>
      </dsp:txBody>
      <dsp:txXfrm>
        <a:off x="5707454" y="305834"/>
        <a:ext cx="980290" cy="573890"/>
      </dsp:txXfrm>
    </dsp:sp>
    <dsp:sp modelId="{96FF835D-0285-4B6E-B0E1-E1FBE12417AF}">
      <dsp:nvSpPr>
        <dsp:cNvPr id="0" name=""/>
        <dsp:cNvSpPr/>
      </dsp:nvSpPr>
      <dsp:spPr>
        <a:xfrm>
          <a:off x="6807200" y="466796"/>
          <a:ext cx="215392" cy="251968"/>
        </a:xfrm>
        <a:prstGeom prst="rightArrow">
          <a:avLst>
            <a:gd name="adj1" fmla="val 60000"/>
            <a:gd name="adj2" fmla="val 50000"/>
          </a:avLst>
        </a:prstGeom>
        <a:solidFill>
          <a:schemeClr val="accent1">
            <a:tint val="60000"/>
            <a:hueOff val="0"/>
            <a:satOff val="0"/>
            <a:lumOff val="0"/>
            <a:alphaOff val="0"/>
          </a:schemeClr>
        </a:solidFill>
        <a:ln w="38100">
          <a:solidFill>
            <a:schemeClr val="accent5">
              <a:lumMod val="75000"/>
            </a:schemeClr>
          </a:solidFill>
        </a:ln>
        <a:effectLst>
          <a:glow rad="63500">
            <a:schemeClr val="accent1">
              <a:satMod val="175000"/>
              <a:alpha val="40000"/>
            </a:schemeClr>
          </a:glo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b="1" kern="1200">
            <a:solidFill>
              <a:schemeClr val="accent5">
                <a:lumMod val="75000"/>
              </a:schemeClr>
            </a:solidFill>
          </a:endParaRPr>
        </a:p>
      </dsp:txBody>
      <dsp:txXfrm>
        <a:off x="6807200" y="517190"/>
        <a:ext cx="150774" cy="151180"/>
      </dsp:txXfrm>
    </dsp:sp>
    <dsp:sp modelId="{7A7519D6-1E45-455A-8E0A-5098FB71A6FE}">
      <dsp:nvSpPr>
        <dsp:cNvPr id="0" name=""/>
        <dsp:cNvSpPr/>
      </dsp:nvSpPr>
      <dsp:spPr>
        <a:xfrm>
          <a:off x="7112000" y="287979"/>
          <a:ext cx="1016000" cy="609600"/>
        </a:xfrm>
        <a:prstGeom prst="roundRect">
          <a:avLst>
            <a:gd name="adj" fmla="val 10000"/>
          </a:avLst>
        </a:prstGeom>
        <a:solidFill>
          <a:schemeClr val="lt1">
            <a:hueOff val="0"/>
            <a:satOff val="0"/>
            <a:lumOff val="0"/>
            <a:alphaOff val="0"/>
          </a:schemeClr>
        </a:solidFill>
        <a:ln w="3810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solidFill>
                <a:schemeClr val="accent5">
                  <a:lumMod val="75000"/>
                </a:schemeClr>
              </a:solidFill>
            </a:rPr>
            <a:t>Resolve</a:t>
          </a:r>
        </a:p>
      </dsp:txBody>
      <dsp:txXfrm>
        <a:off x="7129855" y="305834"/>
        <a:ext cx="980290" cy="5738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23CB4-3516-4CCF-87BD-3D4EDA6CEC91}">
      <dsp:nvSpPr>
        <dsp:cNvPr id="0" name=""/>
        <dsp:cNvSpPr/>
      </dsp:nvSpPr>
      <dsp:spPr>
        <a:xfrm>
          <a:off x="3968" y="311264"/>
          <a:ext cx="1230312" cy="738187"/>
        </a:xfrm>
        <a:prstGeom prst="roundRect">
          <a:avLst>
            <a:gd name="adj" fmla="val 1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solidFill>
                <a:schemeClr val="accent5">
                  <a:lumMod val="75000"/>
                </a:schemeClr>
              </a:solidFill>
            </a:rPr>
            <a:t>Unstructured Complaint</a:t>
          </a:r>
        </a:p>
      </dsp:txBody>
      <dsp:txXfrm>
        <a:off x="25589" y="332885"/>
        <a:ext cx="1187070" cy="694945"/>
      </dsp:txXfrm>
    </dsp:sp>
    <dsp:sp modelId="{E6BD4BC8-4096-468B-B970-0E71BF937374}">
      <dsp:nvSpPr>
        <dsp:cNvPr id="0" name=""/>
        <dsp:cNvSpPr/>
      </dsp:nvSpPr>
      <dsp:spPr>
        <a:xfrm>
          <a:off x="1357312" y="527799"/>
          <a:ext cx="260826" cy="305117"/>
        </a:xfrm>
        <a:prstGeom prst="rightArrow">
          <a:avLst>
            <a:gd name="adj1" fmla="val 60000"/>
            <a:gd name="adj2" fmla="val 5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b="1" kern="1200">
            <a:solidFill>
              <a:schemeClr val="accent5">
                <a:lumMod val="75000"/>
              </a:schemeClr>
            </a:solidFill>
          </a:endParaRPr>
        </a:p>
      </dsp:txBody>
      <dsp:txXfrm>
        <a:off x="1357312" y="588822"/>
        <a:ext cx="182578" cy="183071"/>
      </dsp:txXfrm>
    </dsp:sp>
    <dsp:sp modelId="{FCB2933A-2324-46E4-89B9-12EA242A71D6}">
      <dsp:nvSpPr>
        <dsp:cNvPr id="0" name=""/>
        <dsp:cNvSpPr/>
      </dsp:nvSpPr>
      <dsp:spPr>
        <a:xfrm>
          <a:off x="1726406" y="311264"/>
          <a:ext cx="1230312" cy="738187"/>
        </a:xfrm>
        <a:prstGeom prst="roundRect">
          <a:avLst>
            <a:gd name="adj" fmla="val 1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solidFill>
                <a:schemeClr val="accent5">
                  <a:lumMod val="75000"/>
                </a:schemeClr>
              </a:solidFill>
            </a:rPr>
            <a:t>Manual Interpretation</a:t>
          </a:r>
        </a:p>
      </dsp:txBody>
      <dsp:txXfrm>
        <a:off x="1748027" y="332885"/>
        <a:ext cx="1187070" cy="694945"/>
      </dsp:txXfrm>
    </dsp:sp>
    <dsp:sp modelId="{74F4AE77-13B0-4822-9DDB-DB2181968079}">
      <dsp:nvSpPr>
        <dsp:cNvPr id="0" name=""/>
        <dsp:cNvSpPr/>
      </dsp:nvSpPr>
      <dsp:spPr>
        <a:xfrm>
          <a:off x="3079750" y="527799"/>
          <a:ext cx="260826" cy="305117"/>
        </a:xfrm>
        <a:prstGeom prst="rightArrow">
          <a:avLst>
            <a:gd name="adj1" fmla="val 60000"/>
            <a:gd name="adj2" fmla="val 5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b="1" kern="1200">
            <a:solidFill>
              <a:schemeClr val="accent5">
                <a:lumMod val="75000"/>
              </a:schemeClr>
            </a:solidFill>
          </a:endParaRPr>
        </a:p>
      </dsp:txBody>
      <dsp:txXfrm>
        <a:off x="3079750" y="588822"/>
        <a:ext cx="182578" cy="183071"/>
      </dsp:txXfrm>
    </dsp:sp>
    <dsp:sp modelId="{CA30DE41-30B2-4C36-BD65-24ABA63A5ABB}">
      <dsp:nvSpPr>
        <dsp:cNvPr id="0" name=""/>
        <dsp:cNvSpPr/>
      </dsp:nvSpPr>
      <dsp:spPr>
        <a:xfrm>
          <a:off x="3448843" y="311264"/>
          <a:ext cx="1230312" cy="738187"/>
        </a:xfrm>
        <a:prstGeom prst="roundRect">
          <a:avLst>
            <a:gd name="adj" fmla="val 1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solidFill>
                <a:schemeClr val="accent5">
                  <a:lumMod val="75000"/>
                </a:schemeClr>
              </a:solidFill>
            </a:rPr>
            <a:t>Delayed / Incorrect Routing</a:t>
          </a:r>
        </a:p>
      </dsp:txBody>
      <dsp:txXfrm>
        <a:off x="3470464" y="332885"/>
        <a:ext cx="1187070" cy="694945"/>
      </dsp:txXfrm>
    </dsp:sp>
    <dsp:sp modelId="{E71DCAE1-C105-4BDA-A44D-1D154C764CB6}">
      <dsp:nvSpPr>
        <dsp:cNvPr id="0" name=""/>
        <dsp:cNvSpPr/>
      </dsp:nvSpPr>
      <dsp:spPr>
        <a:xfrm>
          <a:off x="4802187" y="527799"/>
          <a:ext cx="260826" cy="305117"/>
        </a:xfrm>
        <a:prstGeom prst="rightArrow">
          <a:avLst>
            <a:gd name="adj1" fmla="val 60000"/>
            <a:gd name="adj2" fmla="val 5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b="1" kern="1200">
            <a:solidFill>
              <a:schemeClr val="accent5">
                <a:lumMod val="75000"/>
              </a:schemeClr>
            </a:solidFill>
          </a:endParaRPr>
        </a:p>
      </dsp:txBody>
      <dsp:txXfrm>
        <a:off x="4802187" y="588822"/>
        <a:ext cx="182578" cy="183071"/>
      </dsp:txXfrm>
    </dsp:sp>
    <dsp:sp modelId="{AF943B26-6108-48D3-A874-E7DFD736B9B4}">
      <dsp:nvSpPr>
        <dsp:cNvPr id="0" name=""/>
        <dsp:cNvSpPr/>
      </dsp:nvSpPr>
      <dsp:spPr>
        <a:xfrm>
          <a:off x="5171281" y="311264"/>
          <a:ext cx="1230312" cy="738187"/>
        </a:xfrm>
        <a:prstGeom prst="roundRect">
          <a:avLst>
            <a:gd name="adj" fmla="val 1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solidFill>
                <a:schemeClr val="accent5">
                  <a:lumMod val="75000"/>
                </a:schemeClr>
              </a:solidFill>
            </a:rPr>
            <a:t>Repeated Reports</a:t>
          </a:r>
        </a:p>
      </dsp:txBody>
      <dsp:txXfrm>
        <a:off x="5192902" y="332885"/>
        <a:ext cx="1187070" cy="694945"/>
      </dsp:txXfrm>
    </dsp:sp>
    <dsp:sp modelId="{88530FDD-857B-4CA0-98F6-04528C3A10F6}">
      <dsp:nvSpPr>
        <dsp:cNvPr id="0" name=""/>
        <dsp:cNvSpPr/>
      </dsp:nvSpPr>
      <dsp:spPr>
        <a:xfrm>
          <a:off x="6524624" y="527799"/>
          <a:ext cx="260826" cy="305117"/>
        </a:xfrm>
        <a:prstGeom prst="rightArrow">
          <a:avLst>
            <a:gd name="adj1" fmla="val 60000"/>
            <a:gd name="adj2" fmla="val 5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b="1" kern="1200">
            <a:solidFill>
              <a:schemeClr val="accent5">
                <a:lumMod val="75000"/>
              </a:schemeClr>
            </a:solidFill>
          </a:endParaRPr>
        </a:p>
      </dsp:txBody>
      <dsp:txXfrm>
        <a:off x="6524624" y="588822"/>
        <a:ext cx="182578" cy="183071"/>
      </dsp:txXfrm>
    </dsp:sp>
    <dsp:sp modelId="{4F79E099-0268-4BCE-ACF8-95D4EC1EFB0A}">
      <dsp:nvSpPr>
        <dsp:cNvPr id="0" name=""/>
        <dsp:cNvSpPr/>
      </dsp:nvSpPr>
      <dsp:spPr>
        <a:xfrm>
          <a:off x="6893718" y="311264"/>
          <a:ext cx="1230312" cy="738187"/>
        </a:xfrm>
        <a:prstGeom prst="roundRect">
          <a:avLst>
            <a:gd name="adj" fmla="val 10000"/>
          </a:avLst>
        </a:prstGeom>
        <a:solidFill>
          <a:schemeClr val="lt1"/>
        </a:solidFill>
        <a:ln w="38100" cap="flat" cmpd="sng" algn="ctr">
          <a:solidFill>
            <a:schemeClr val="accent5"/>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kern="1200" dirty="0">
              <a:solidFill>
                <a:schemeClr val="accent5">
                  <a:lumMod val="75000"/>
                </a:schemeClr>
              </a:solidFill>
            </a:rPr>
            <a:t>Limited Tracking and Accountability</a:t>
          </a:r>
        </a:p>
      </dsp:txBody>
      <dsp:txXfrm>
        <a:off x="6915339" y="332885"/>
        <a:ext cx="1187070" cy="6949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D46B1-104B-48CF-813E-5192A6227083}">
      <dsp:nvSpPr>
        <dsp:cNvPr id="0" name=""/>
        <dsp:cNvSpPr/>
      </dsp:nvSpPr>
      <dsp:spPr>
        <a:xfrm>
          <a:off x="2312647" y="3237"/>
          <a:ext cx="2578455" cy="644613"/>
        </a:xfrm>
        <a:prstGeom prst="roundRect">
          <a:avLst>
            <a:gd name="adj" fmla="val 1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schemeClr val="accent5">
                  <a:lumMod val="75000"/>
                </a:schemeClr>
              </a:solidFill>
            </a:rPr>
            <a:t>Student Login</a:t>
          </a:r>
        </a:p>
      </dsp:txBody>
      <dsp:txXfrm>
        <a:off x="2331527" y="22117"/>
        <a:ext cx="2540695" cy="606853"/>
      </dsp:txXfrm>
    </dsp:sp>
    <dsp:sp modelId="{1D4956C4-9D64-46B3-BB3F-106A00EBCDB5}">
      <dsp:nvSpPr>
        <dsp:cNvPr id="0" name=""/>
        <dsp:cNvSpPr/>
      </dsp:nvSpPr>
      <dsp:spPr>
        <a:xfrm rot="5400000">
          <a:off x="3481009" y="623890"/>
          <a:ext cx="241730" cy="290076"/>
        </a:xfrm>
        <a:prstGeom prst="rightArrow">
          <a:avLst>
            <a:gd name="adj1" fmla="val 60000"/>
            <a:gd name="adj2" fmla="val 5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solidFill>
              <a:schemeClr val="accent5">
                <a:lumMod val="75000"/>
              </a:schemeClr>
            </a:solidFill>
          </a:endParaRPr>
        </a:p>
      </dsp:txBody>
      <dsp:txXfrm rot="-5400000">
        <a:off x="3514852" y="648063"/>
        <a:ext cx="174046" cy="169211"/>
      </dsp:txXfrm>
    </dsp:sp>
    <dsp:sp modelId="{2641BAFA-062A-4B83-813E-B3215666BEC9}">
      <dsp:nvSpPr>
        <dsp:cNvPr id="0" name=""/>
        <dsp:cNvSpPr/>
      </dsp:nvSpPr>
      <dsp:spPr>
        <a:xfrm>
          <a:off x="2312647" y="890005"/>
          <a:ext cx="2578455" cy="644613"/>
        </a:xfrm>
        <a:prstGeom prst="roundRect">
          <a:avLst>
            <a:gd name="adj" fmla="val 1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schemeClr val="accent5">
                  <a:lumMod val="75000"/>
                </a:schemeClr>
              </a:solidFill>
            </a:rPr>
            <a:t>Complaint Submission</a:t>
          </a:r>
        </a:p>
      </dsp:txBody>
      <dsp:txXfrm>
        <a:off x="2331527" y="908885"/>
        <a:ext cx="2540695" cy="606853"/>
      </dsp:txXfrm>
    </dsp:sp>
    <dsp:sp modelId="{4E646B70-3CFC-47A2-9D4F-03D66C2F0155}">
      <dsp:nvSpPr>
        <dsp:cNvPr id="0" name=""/>
        <dsp:cNvSpPr/>
      </dsp:nvSpPr>
      <dsp:spPr>
        <a:xfrm rot="5400000">
          <a:off x="3481009" y="1510658"/>
          <a:ext cx="241730" cy="290076"/>
        </a:xfrm>
        <a:prstGeom prst="rightArrow">
          <a:avLst>
            <a:gd name="adj1" fmla="val 60000"/>
            <a:gd name="adj2" fmla="val 5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solidFill>
              <a:schemeClr val="accent5">
                <a:lumMod val="75000"/>
              </a:schemeClr>
            </a:solidFill>
          </a:endParaRPr>
        </a:p>
      </dsp:txBody>
      <dsp:txXfrm rot="-5400000">
        <a:off x="3514852" y="1534831"/>
        <a:ext cx="174046" cy="169211"/>
      </dsp:txXfrm>
    </dsp:sp>
    <dsp:sp modelId="{92B0C99A-C8C6-453F-929C-9A3D1E1F2F80}">
      <dsp:nvSpPr>
        <dsp:cNvPr id="0" name=""/>
        <dsp:cNvSpPr/>
      </dsp:nvSpPr>
      <dsp:spPr>
        <a:xfrm>
          <a:off x="2312647" y="1776773"/>
          <a:ext cx="2578455" cy="644613"/>
        </a:xfrm>
        <a:prstGeom prst="roundRect">
          <a:avLst>
            <a:gd name="adj" fmla="val 1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schemeClr val="accent5">
                  <a:lumMod val="75000"/>
                </a:schemeClr>
              </a:solidFill>
            </a:rPr>
            <a:t>AI-Assisted Analysis</a:t>
          </a:r>
        </a:p>
      </dsp:txBody>
      <dsp:txXfrm>
        <a:off x="2331527" y="1795653"/>
        <a:ext cx="2540695" cy="606853"/>
      </dsp:txXfrm>
    </dsp:sp>
    <dsp:sp modelId="{9D0D5DA5-4DE8-46F2-89D2-3F1F09BD033C}">
      <dsp:nvSpPr>
        <dsp:cNvPr id="0" name=""/>
        <dsp:cNvSpPr/>
      </dsp:nvSpPr>
      <dsp:spPr>
        <a:xfrm rot="5400000">
          <a:off x="3481009" y="2397426"/>
          <a:ext cx="241730" cy="290076"/>
        </a:xfrm>
        <a:prstGeom prst="rightArrow">
          <a:avLst>
            <a:gd name="adj1" fmla="val 60000"/>
            <a:gd name="adj2" fmla="val 5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solidFill>
              <a:schemeClr val="accent5">
                <a:lumMod val="75000"/>
              </a:schemeClr>
            </a:solidFill>
          </a:endParaRPr>
        </a:p>
      </dsp:txBody>
      <dsp:txXfrm rot="-5400000">
        <a:off x="3514852" y="2421599"/>
        <a:ext cx="174046" cy="169211"/>
      </dsp:txXfrm>
    </dsp:sp>
    <dsp:sp modelId="{AB2D385A-BFC4-4607-82EA-FEBE390399C2}">
      <dsp:nvSpPr>
        <dsp:cNvPr id="0" name=""/>
        <dsp:cNvSpPr/>
      </dsp:nvSpPr>
      <dsp:spPr>
        <a:xfrm>
          <a:off x="2312647" y="2663541"/>
          <a:ext cx="2578455" cy="644613"/>
        </a:xfrm>
        <a:prstGeom prst="roundRect">
          <a:avLst>
            <a:gd name="adj" fmla="val 1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schemeClr val="accent5">
                  <a:lumMod val="75000"/>
                </a:schemeClr>
              </a:solidFill>
            </a:rPr>
            <a:t>Duplicate Similarity Check</a:t>
          </a:r>
        </a:p>
      </dsp:txBody>
      <dsp:txXfrm>
        <a:off x="2331527" y="2682421"/>
        <a:ext cx="2540695" cy="606853"/>
      </dsp:txXfrm>
    </dsp:sp>
    <dsp:sp modelId="{11409950-681A-43F9-8836-04EE11D5028D}">
      <dsp:nvSpPr>
        <dsp:cNvPr id="0" name=""/>
        <dsp:cNvSpPr/>
      </dsp:nvSpPr>
      <dsp:spPr>
        <a:xfrm rot="5400000">
          <a:off x="3481009" y="3284194"/>
          <a:ext cx="241730" cy="290076"/>
        </a:xfrm>
        <a:prstGeom prst="rightArrow">
          <a:avLst>
            <a:gd name="adj1" fmla="val 60000"/>
            <a:gd name="adj2" fmla="val 5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solidFill>
              <a:schemeClr val="accent5">
                <a:lumMod val="75000"/>
              </a:schemeClr>
            </a:solidFill>
          </a:endParaRPr>
        </a:p>
      </dsp:txBody>
      <dsp:txXfrm rot="-5400000">
        <a:off x="3514852" y="3308367"/>
        <a:ext cx="174046" cy="169211"/>
      </dsp:txXfrm>
    </dsp:sp>
    <dsp:sp modelId="{47DA1F20-8E82-45E6-9872-F92E3BA6D539}">
      <dsp:nvSpPr>
        <dsp:cNvPr id="0" name=""/>
        <dsp:cNvSpPr/>
      </dsp:nvSpPr>
      <dsp:spPr>
        <a:xfrm>
          <a:off x="2312647" y="3550309"/>
          <a:ext cx="2578455" cy="644613"/>
        </a:xfrm>
        <a:prstGeom prst="roundRect">
          <a:avLst>
            <a:gd name="adj" fmla="val 1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schemeClr val="accent5">
                  <a:lumMod val="75000"/>
                </a:schemeClr>
              </a:solidFill>
            </a:rPr>
            <a:t>Staff Review and Assignment</a:t>
          </a:r>
        </a:p>
      </dsp:txBody>
      <dsp:txXfrm>
        <a:off x="2331527" y="3569189"/>
        <a:ext cx="2540695" cy="606853"/>
      </dsp:txXfrm>
    </dsp:sp>
    <dsp:sp modelId="{291641C7-10C6-4B2D-A87A-3B3A4BE5DD21}">
      <dsp:nvSpPr>
        <dsp:cNvPr id="0" name=""/>
        <dsp:cNvSpPr/>
      </dsp:nvSpPr>
      <dsp:spPr>
        <a:xfrm rot="5400000">
          <a:off x="3481009" y="4170962"/>
          <a:ext cx="241730" cy="290076"/>
        </a:xfrm>
        <a:prstGeom prst="rightArrow">
          <a:avLst>
            <a:gd name="adj1" fmla="val 60000"/>
            <a:gd name="adj2" fmla="val 5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solidFill>
              <a:schemeClr val="accent5">
                <a:lumMod val="75000"/>
              </a:schemeClr>
            </a:solidFill>
          </a:endParaRPr>
        </a:p>
      </dsp:txBody>
      <dsp:txXfrm rot="-5400000">
        <a:off x="3514852" y="4195135"/>
        <a:ext cx="174046" cy="169211"/>
      </dsp:txXfrm>
    </dsp:sp>
    <dsp:sp modelId="{1302D934-D468-496F-953F-DE26ECABB253}">
      <dsp:nvSpPr>
        <dsp:cNvPr id="0" name=""/>
        <dsp:cNvSpPr/>
      </dsp:nvSpPr>
      <dsp:spPr>
        <a:xfrm>
          <a:off x="2312647" y="4437077"/>
          <a:ext cx="2578455" cy="644613"/>
        </a:xfrm>
        <a:prstGeom prst="roundRect">
          <a:avLst>
            <a:gd name="adj" fmla="val 10000"/>
          </a:avLst>
        </a:prstGeom>
        <a:solidFill>
          <a:schemeClr val="lt1"/>
        </a:solidFill>
        <a:ln w="19050" cap="flat" cmpd="sng" algn="ctr">
          <a:solidFill>
            <a:schemeClr val="accent5">
              <a:lumMod val="75000"/>
            </a:schemeClr>
          </a:solidFill>
          <a:prstDash val="solid"/>
          <a:miter lim="800000"/>
        </a:ln>
        <a:effectLst>
          <a:glow rad="63500">
            <a:schemeClr val="accent1">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solidFill>
                <a:schemeClr val="accent5">
                  <a:lumMod val="75000"/>
                </a:schemeClr>
              </a:solidFill>
            </a:rPr>
            <a:t>Status Update and Impact Verification</a:t>
          </a:r>
        </a:p>
      </dsp:txBody>
      <dsp:txXfrm>
        <a:off x="2331527" y="4455957"/>
        <a:ext cx="2540695" cy="60685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latin typeface="+mn-lt"/>
              </a:rPr>
              <a:t>M.Tech Program </a:t>
            </a:r>
          </a:p>
          <a:p>
            <a:pPr marL="0" indent="0" algn="ctr">
              <a:buNone/>
            </a:pPr>
            <a:r>
              <a:rPr lang="en-US" sz="2000" dirty="0">
                <a:solidFill>
                  <a:schemeClr val="bg1"/>
                </a:solidFill>
                <a:latin typeface="+mn-lt"/>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65556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600" b="1" dirty="0">
                <a:solidFill>
                  <a:prstClr val="white"/>
                </a:solidFill>
                <a:cs typeface="Calibri" panose="020F0502020204030204" pitchFamily="34" charset="0"/>
              </a:rPr>
              <a:t>Review III</a:t>
            </a:r>
            <a:r>
              <a:rPr lang="en-GB" sz="3600" b="1">
                <a:solidFill>
                  <a:prstClr val="white"/>
                </a:solidFill>
                <a:cs typeface="Calibri" panose="020F0502020204030204" pitchFamily="34" charset="0"/>
              </a:rPr>
              <a:t>, 08.10.2026</a:t>
            </a:r>
            <a:endParaRPr lang="en-GB"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3600" b="1" dirty="0" err="1">
                <a:solidFill>
                  <a:prstClr val="white"/>
                </a:solidFill>
                <a:cs typeface="Calibri" panose="020F0502020204030204" pitchFamily="34" charset="0"/>
              </a:rPr>
              <a:t>CampusResolve</a:t>
            </a:r>
            <a:r>
              <a:rPr lang="en-GB" sz="3600" b="1" dirty="0">
                <a:solidFill>
                  <a:prstClr val="white"/>
                </a:solidFill>
                <a:cs typeface="Calibri" panose="020F0502020204030204" pitchFamily="34" charset="0"/>
              </a:rPr>
              <a:t>-AI: A Multilingual Explainable Complaint Intelligence System with Duplicate Detection, Priority Forecasting, and Resolution-Time Prediction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 </a:t>
            </a: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PREMKUMAR S</a:t>
            </a:r>
          </a:p>
          <a:p>
            <a:pPr lvl="0" algn="ctr">
              <a:defRPr/>
            </a:pPr>
            <a:r>
              <a:rPr lang="en-US" sz="2400" b="1" dirty="0">
                <a:solidFill>
                  <a:prstClr val="white"/>
                </a:solidFill>
                <a:cs typeface="Calibri" panose="020F0502020204030204" pitchFamily="34" charset="0"/>
              </a:rPr>
              <a:t>251011012</a:t>
            </a:r>
          </a:p>
          <a:p>
            <a:pPr lvl="0" algn="ctr">
              <a:defRPr/>
            </a:pPr>
            <a:r>
              <a:rPr lang="en-US" sz="2400" b="1" dirty="0">
                <a:solidFill>
                  <a:prstClr val="white"/>
                </a:solidFill>
                <a:cs typeface="Calibri" panose="020F0502020204030204" pitchFamily="34" charset="0"/>
              </a:rPr>
              <a:t>T9964</a:t>
            </a:r>
          </a:p>
          <a:p>
            <a:pPr lvl="0" algn="ctr">
              <a:defRPr/>
            </a:pPr>
            <a:endParaRPr lang="en-US" sz="2400" b="1" dirty="0">
              <a:solidFill>
                <a:prstClr val="white"/>
              </a:solidFill>
              <a:cs typeface="Calibri" panose="020F0502020204030204" pitchFamily="34" charset="0"/>
            </a:endParaRP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5" name="Picture 4">
            <a:extLst>
              <a:ext uri="{FF2B5EF4-FFF2-40B4-BE49-F238E27FC236}">
                <a16:creationId xmlns:a16="http://schemas.microsoft.com/office/drawing/2014/main" id="{9588B9BE-EE05-FF03-5680-B8B3F5D90A31}"/>
              </a:ext>
            </a:extLst>
          </p:cNvPr>
          <p:cNvPicPr>
            <a:picLocks noChangeAspect="1"/>
          </p:cNvPicPr>
          <p:nvPr/>
        </p:nvPicPr>
        <p:blipFill>
          <a:blip r:embed="rId3"/>
          <a:stretch>
            <a:fillRect/>
          </a:stretch>
        </p:blipFill>
        <p:spPr>
          <a:xfrm>
            <a:off x="474194" y="5871177"/>
            <a:ext cx="2931892" cy="861074"/>
          </a:xfrm>
          <a:prstGeom prst="rect">
            <a:avLst/>
          </a:prstGeom>
        </p:spPr>
      </p:pic>
    </p:spTree>
    <p:extLst>
      <p:ext uri="{BB962C8B-B14F-4D97-AF65-F5344CB8AC3E}">
        <p14:creationId xmlns:p14="http://schemas.microsoft.com/office/powerpoint/2010/main" val="2656393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0" y="1271219"/>
            <a:ext cx="12192000" cy="4142989"/>
          </a:xfrm>
        </p:spPr>
        <p:txBody>
          <a:bodyPr/>
          <a:lstStyle/>
          <a:p>
            <a:pPr lvl="0" algn="just"/>
            <a:r>
              <a:rPr lang="en-GB" b="0" dirty="0">
                <a:solidFill>
                  <a:schemeClr val="accent5">
                    <a:lumMod val="75000"/>
                  </a:schemeClr>
                </a:solidFill>
                <a:latin typeface="+mn-lt"/>
              </a:rPr>
              <a:t>Campus complaints are often reported through disconnected and manual channels.</a:t>
            </a:r>
          </a:p>
          <a:p>
            <a:pPr lvl="0" algn="just"/>
            <a:r>
              <a:rPr lang="en-GB" b="0" dirty="0">
                <a:solidFill>
                  <a:schemeClr val="accent5">
                    <a:lumMod val="75000"/>
                  </a:schemeClr>
                </a:solidFill>
                <a:latin typeface="+mn-lt"/>
              </a:rPr>
              <a:t>Manual routing can delay action, reduce visibility, and create inconsistent priority decisions.</a:t>
            </a:r>
          </a:p>
          <a:p>
            <a:pPr lvl="0" algn="just"/>
            <a:r>
              <a:rPr lang="en-GB" b="0" dirty="0">
                <a:solidFill>
                  <a:schemeClr val="accent5">
                    <a:lumMod val="75000"/>
                  </a:schemeClr>
                </a:solidFill>
                <a:latin typeface="+mn-lt"/>
              </a:rPr>
              <a:t>Students need a simple way to report and track issues in English, Tamil, or Tamil-English.</a:t>
            </a:r>
          </a:p>
          <a:p>
            <a:pPr lvl="0" algn="just"/>
            <a:r>
              <a:rPr lang="en-GB" b="0" dirty="0">
                <a:solidFill>
                  <a:schemeClr val="accent5">
                    <a:lumMod val="75000"/>
                  </a:schemeClr>
                </a:solidFill>
                <a:latin typeface="+mn-lt"/>
              </a:rPr>
              <a:t>Staff need one operational workspace to review, assign, update, and close complaints.</a:t>
            </a:r>
          </a:p>
          <a:p>
            <a:pPr lvl="0" algn="just"/>
            <a:r>
              <a:rPr lang="en-GB" b="0" dirty="0" err="1">
                <a:solidFill>
                  <a:schemeClr val="accent5">
                    <a:lumMod val="75000"/>
                  </a:schemeClr>
                </a:solidFill>
                <a:latin typeface="+mn-lt"/>
              </a:rPr>
              <a:t>CampusResolve</a:t>
            </a:r>
            <a:r>
              <a:rPr lang="en-GB" b="0" dirty="0">
                <a:solidFill>
                  <a:schemeClr val="accent5">
                    <a:lumMod val="75000"/>
                  </a:schemeClr>
                </a:solidFill>
                <a:latin typeface="+mn-lt"/>
              </a:rPr>
              <a:t>-AI provides multilingual, AI-assisted complaint triage with Staff-controlled decisions.</a:t>
            </a:r>
            <a:endParaRPr lang="en-IN" b="0" dirty="0">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6E326AA8-24F5-87A2-6E01-E11E15FAFF2B}"/>
              </a:ext>
            </a:extLst>
          </p:cNvPr>
          <p:cNvPicPr>
            <a:picLocks noChangeAspect="1"/>
          </p:cNvPicPr>
          <p:nvPr/>
        </p:nvPicPr>
        <p:blipFill>
          <a:blip r:embed="rId2">
            <a:alphaModFix/>
          </a:blip>
          <a:stretch>
            <a:fillRect/>
          </a:stretch>
        </p:blipFill>
        <p:spPr>
          <a:xfrm>
            <a:off x="0" y="6317705"/>
            <a:ext cx="1839668" cy="540296"/>
          </a:xfrm>
          <a:prstGeom prst="rect">
            <a:avLst/>
          </a:prstGeom>
        </p:spPr>
      </p:pic>
      <p:graphicFrame>
        <p:nvGraphicFramePr>
          <p:cNvPr id="6" name="Diagram 5">
            <a:extLst>
              <a:ext uri="{FF2B5EF4-FFF2-40B4-BE49-F238E27FC236}">
                <a16:creationId xmlns:a16="http://schemas.microsoft.com/office/drawing/2014/main" id="{4B39362C-7A8A-04EF-1B2C-66DBFF254EBA}"/>
              </a:ext>
            </a:extLst>
          </p:cNvPr>
          <p:cNvGraphicFramePr/>
          <p:nvPr>
            <p:extLst>
              <p:ext uri="{D42A27DB-BD31-4B8C-83A1-F6EECF244321}">
                <p14:modId xmlns:p14="http://schemas.microsoft.com/office/powerpoint/2010/main" val="3150932201"/>
              </p:ext>
            </p:extLst>
          </p:nvPr>
        </p:nvGraphicFramePr>
        <p:xfrm>
          <a:off x="2193178" y="5703994"/>
          <a:ext cx="7582193" cy="6514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Project Objectives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1C59D2DF-F202-C257-CED7-5D90B11EC594}"/>
              </a:ext>
            </a:extLst>
          </p:cNvPr>
          <p:cNvPicPr>
            <a:picLocks noChangeAspect="1"/>
          </p:cNvPicPr>
          <p:nvPr/>
        </p:nvPicPr>
        <p:blipFill>
          <a:blip r:embed="rId2">
            <a:alphaModFix/>
          </a:blip>
          <a:stretch>
            <a:fillRect/>
          </a:stretch>
        </p:blipFill>
        <p:spPr>
          <a:xfrm>
            <a:off x="0" y="6317705"/>
            <a:ext cx="1839668" cy="540296"/>
          </a:xfrm>
          <a:prstGeom prst="rect">
            <a:avLst/>
          </a:prstGeom>
        </p:spPr>
      </p:pic>
      <p:graphicFrame>
        <p:nvGraphicFramePr>
          <p:cNvPr id="8" name="Table 7">
            <a:extLst>
              <a:ext uri="{FF2B5EF4-FFF2-40B4-BE49-F238E27FC236}">
                <a16:creationId xmlns:a16="http://schemas.microsoft.com/office/drawing/2014/main" id="{EE28D68F-05EE-0603-A6A8-B18695DF3394}"/>
              </a:ext>
            </a:extLst>
          </p:cNvPr>
          <p:cNvGraphicFramePr>
            <a:graphicFrameLocks noGrp="1"/>
          </p:cNvGraphicFramePr>
          <p:nvPr>
            <p:extLst>
              <p:ext uri="{D42A27DB-BD31-4B8C-83A1-F6EECF244321}">
                <p14:modId xmlns:p14="http://schemas.microsoft.com/office/powerpoint/2010/main" val="3478769363"/>
              </p:ext>
            </p:extLst>
          </p:nvPr>
        </p:nvGraphicFramePr>
        <p:xfrm>
          <a:off x="0" y="1336525"/>
          <a:ext cx="12192000" cy="3688080"/>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2890701268"/>
                    </a:ext>
                  </a:extLst>
                </a:gridCol>
                <a:gridCol w="6096000">
                  <a:extLst>
                    <a:ext uri="{9D8B030D-6E8A-4147-A177-3AD203B41FA5}">
                      <a16:colId xmlns:a16="http://schemas.microsoft.com/office/drawing/2014/main" val="3014125729"/>
                    </a:ext>
                  </a:extLst>
                </a:gridCol>
              </a:tblGrid>
              <a:tr h="568496">
                <a:tc>
                  <a:txBody>
                    <a:bodyPr/>
                    <a:lstStyle/>
                    <a:p>
                      <a:pPr algn="just"/>
                      <a:r>
                        <a:rPr lang="en-GB" sz="2800" dirty="0">
                          <a:solidFill>
                            <a:schemeClr val="accent5">
                              <a:lumMod val="75000"/>
                            </a:schemeClr>
                          </a:solidFill>
                          <a:latin typeface="+mn-lt"/>
                        </a:rPr>
                        <a:t>1. Provide secure complaint submission and tracking for Students.</a:t>
                      </a: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GB" sz="2800" dirty="0">
                          <a:solidFill>
                            <a:schemeClr val="accent5">
                              <a:lumMod val="75000"/>
                            </a:schemeClr>
                          </a:solidFill>
                          <a:latin typeface="+mn-lt"/>
                        </a:rPr>
                        <a:t>4. Identify potential duplicate complaints using semantic similarity.</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0801169"/>
                  </a:ext>
                </a:extLst>
              </a:tr>
              <a:tr h="568496">
                <a:tc>
                  <a:txBody>
                    <a:bodyPr/>
                    <a:lstStyle/>
                    <a:p>
                      <a:pPr algn="just"/>
                      <a:r>
                        <a:rPr lang="en-GB" sz="2800" dirty="0">
                          <a:solidFill>
                            <a:schemeClr val="accent5">
                              <a:lumMod val="75000"/>
                            </a:schemeClr>
                          </a:solidFill>
                          <a:latin typeface="+mn-lt"/>
                        </a:rPr>
                        <a:t>2. Support English, Tamil, and Tamil-English complaint descriptions.</a:t>
                      </a:r>
                    </a:p>
                  </a:txBody>
                  <a:tcP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GB" sz="2800" dirty="0">
                          <a:solidFill>
                            <a:schemeClr val="accent5">
                              <a:lumMod val="75000"/>
                            </a:schemeClr>
                          </a:solidFill>
                          <a:latin typeface="+mn-lt"/>
                        </a:rPr>
                        <a:t>5. Provide Staff with role-based workflow controls for assignment, notes, escalation, and closure.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0762542"/>
                  </a:ext>
                </a:extLst>
              </a:tr>
              <a:tr h="981239">
                <a:tc>
                  <a:txBody>
                    <a:bodyPr/>
                    <a:lstStyle/>
                    <a:p>
                      <a:pPr algn="just"/>
                      <a:r>
                        <a:rPr lang="en-GB" sz="2800" dirty="0">
                          <a:solidFill>
                            <a:schemeClr val="accent5">
                              <a:lumMod val="75000"/>
                            </a:schemeClr>
                          </a:solidFill>
                          <a:latin typeface="+mn-lt"/>
                        </a:rPr>
                        <a:t>3. Recommend complaint category, responsible department, priority, and resolution-time estimate.</a:t>
                      </a:r>
                      <a:endParaRPr lang="en-IN" sz="2800" dirty="0">
                        <a:solidFill>
                          <a:schemeClr val="accent5">
                            <a:lumMod val="75000"/>
                          </a:schemeClr>
                        </a:solidFill>
                        <a:latin typeface="+mn-lt"/>
                      </a:endParaRPr>
                    </a:p>
                  </a:txBody>
                  <a:tcP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just"/>
                      <a:r>
                        <a:rPr lang="en-GB" sz="2800" dirty="0">
                          <a:solidFill>
                            <a:schemeClr val="accent5">
                              <a:lumMod val="75000"/>
                            </a:schemeClr>
                          </a:solidFill>
                          <a:latin typeface="+mn-lt"/>
                        </a:rPr>
                        <a:t>6. Maintain status history and impact-verification records for accountability.</a:t>
                      </a:r>
                      <a:endParaRPr lang="en-IN" sz="2800" dirty="0">
                        <a:solidFill>
                          <a:schemeClr val="accent5">
                            <a:lumMod val="75000"/>
                          </a:schemeClr>
                        </a:solidFill>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3424827589"/>
                  </a:ext>
                </a:extLst>
              </a:tr>
            </a:tbl>
          </a:graphicData>
        </a:graphic>
      </p:graphicFrame>
      <p:sp>
        <p:nvSpPr>
          <p:cNvPr id="9" name="Rectangle: Rounded Corners 8">
            <a:extLst>
              <a:ext uri="{FF2B5EF4-FFF2-40B4-BE49-F238E27FC236}">
                <a16:creationId xmlns:a16="http://schemas.microsoft.com/office/drawing/2014/main" id="{44174A6E-DC25-31A5-6155-6E4540D27E8E}"/>
              </a:ext>
            </a:extLst>
          </p:cNvPr>
          <p:cNvSpPr/>
          <p:nvPr/>
        </p:nvSpPr>
        <p:spPr>
          <a:xfrm>
            <a:off x="1561631" y="5115681"/>
            <a:ext cx="2852056" cy="1251858"/>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IN" sz="2800" dirty="0">
                <a:solidFill>
                  <a:schemeClr val="accent5">
                    <a:lumMod val="75000"/>
                  </a:schemeClr>
                </a:solidFill>
              </a:rPr>
              <a:t>Student: </a:t>
            </a:r>
          </a:p>
          <a:p>
            <a:pPr algn="ctr"/>
            <a:r>
              <a:rPr lang="en-IN" sz="2800" dirty="0">
                <a:solidFill>
                  <a:schemeClr val="accent3">
                    <a:lumMod val="50000"/>
                  </a:schemeClr>
                </a:solidFill>
              </a:rPr>
              <a:t>Report and Track</a:t>
            </a:r>
          </a:p>
        </p:txBody>
      </p:sp>
      <p:sp>
        <p:nvSpPr>
          <p:cNvPr id="11" name="Rectangle: Rounded Corners 10">
            <a:extLst>
              <a:ext uri="{FF2B5EF4-FFF2-40B4-BE49-F238E27FC236}">
                <a16:creationId xmlns:a16="http://schemas.microsoft.com/office/drawing/2014/main" id="{31ECA433-AC26-07BE-3A8D-5491D51E32CA}"/>
              </a:ext>
            </a:extLst>
          </p:cNvPr>
          <p:cNvSpPr/>
          <p:nvPr/>
        </p:nvSpPr>
        <p:spPr>
          <a:xfrm>
            <a:off x="4667865" y="5118473"/>
            <a:ext cx="2852056" cy="1251858"/>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IN" sz="2800" dirty="0">
                <a:solidFill>
                  <a:schemeClr val="accent5">
                    <a:lumMod val="75000"/>
                  </a:schemeClr>
                </a:solidFill>
              </a:rPr>
              <a:t>AI:</a:t>
            </a:r>
          </a:p>
          <a:p>
            <a:pPr algn="ctr"/>
            <a:r>
              <a:rPr lang="en-IN" sz="2800" dirty="0">
                <a:solidFill>
                  <a:schemeClr val="accent5">
                    <a:lumMod val="75000"/>
                  </a:schemeClr>
                </a:solidFill>
              </a:rPr>
              <a:t> </a:t>
            </a:r>
            <a:r>
              <a:rPr lang="en-IN" sz="2800" dirty="0">
                <a:solidFill>
                  <a:schemeClr val="accent3">
                    <a:lumMod val="50000"/>
                  </a:schemeClr>
                </a:solidFill>
              </a:rPr>
              <a:t>Recommend and Flag</a:t>
            </a:r>
          </a:p>
        </p:txBody>
      </p:sp>
      <p:sp>
        <p:nvSpPr>
          <p:cNvPr id="13" name="Rectangle: Rounded Corners 12">
            <a:extLst>
              <a:ext uri="{FF2B5EF4-FFF2-40B4-BE49-F238E27FC236}">
                <a16:creationId xmlns:a16="http://schemas.microsoft.com/office/drawing/2014/main" id="{7C59E31A-B6BA-46BF-2DEE-F12D72024E16}"/>
              </a:ext>
            </a:extLst>
          </p:cNvPr>
          <p:cNvSpPr/>
          <p:nvPr/>
        </p:nvSpPr>
        <p:spPr>
          <a:xfrm>
            <a:off x="7778313" y="5103597"/>
            <a:ext cx="2852056" cy="1251858"/>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en-IN" sz="2800" dirty="0">
                <a:solidFill>
                  <a:schemeClr val="accent5">
                    <a:lumMod val="75000"/>
                  </a:schemeClr>
                </a:solidFill>
              </a:rPr>
              <a:t>Staff: </a:t>
            </a:r>
          </a:p>
          <a:p>
            <a:pPr algn="ctr"/>
            <a:r>
              <a:rPr lang="en-IN" sz="2800" dirty="0">
                <a:solidFill>
                  <a:schemeClr val="accent3">
                    <a:lumMod val="50000"/>
                  </a:schemeClr>
                </a:solidFill>
              </a:rPr>
              <a:t>Verify and Resolve</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Core Modules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7FC9940D-DFF8-17A2-EA76-06D4414F4B48}"/>
              </a:ext>
            </a:extLst>
          </p:cNvPr>
          <p:cNvPicPr>
            <a:picLocks noChangeAspect="1"/>
          </p:cNvPicPr>
          <p:nvPr/>
        </p:nvPicPr>
        <p:blipFill>
          <a:blip r:embed="rId2">
            <a:alphaModFix/>
          </a:blip>
          <a:stretch>
            <a:fillRect/>
          </a:stretch>
        </p:blipFill>
        <p:spPr>
          <a:xfrm>
            <a:off x="0" y="6317705"/>
            <a:ext cx="1839668" cy="540296"/>
          </a:xfrm>
          <a:prstGeom prst="rect">
            <a:avLst/>
          </a:prstGeom>
        </p:spPr>
      </p:pic>
      <p:sp>
        <p:nvSpPr>
          <p:cNvPr id="9" name="Rectangle: Rounded Corners 8">
            <a:extLst>
              <a:ext uri="{FF2B5EF4-FFF2-40B4-BE49-F238E27FC236}">
                <a16:creationId xmlns:a16="http://schemas.microsoft.com/office/drawing/2014/main" id="{ACACBB20-0BEB-8601-0BC2-059241E9216D}"/>
              </a:ext>
            </a:extLst>
          </p:cNvPr>
          <p:cNvSpPr/>
          <p:nvPr/>
        </p:nvSpPr>
        <p:spPr>
          <a:xfrm>
            <a:off x="607493" y="1507299"/>
            <a:ext cx="5346993" cy="1268535"/>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IN" sz="2800" dirty="0">
                <a:solidFill>
                  <a:schemeClr val="accent5">
                    <a:lumMod val="75000"/>
                  </a:schemeClr>
                </a:solidFill>
              </a:rPr>
              <a:t>Student Complaint Portal</a:t>
            </a:r>
          </a:p>
          <a:p>
            <a:pPr algn="ctr"/>
            <a:r>
              <a:rPr lang="en-IN" sz="2000" dirty="0"/>
              <a:t>Authenticated complaint submission and complaint-reference tracking.</a:t>
            </a:r>
            <a:endParaRPr lang="en-IN" sz="2000" dirty="0">
              <a:solidFill>
                <a:schemeClr val="accent3">
                  <a:lumMod val="50000"/>
                </a:schemeClr>
              </a:solidFill>
            </a:endParaRPr>
          </a:p>
        </p:txBody>
      </p:sp>
      <p:sp>
        <p:nvSpPr>
          <p:cNvPr id="11" name="Rectangle: Rounded Corners 10">
            <a:extLst>
              <a:ext uri="{FF2B5EF4-FFF2-40B4-BE49-F238E27FC236}">
                <a16:creationId xmlns:a16="http://schemas.microsoft.com/office/drawing/2014/main" id="{587C58DF-250D-D544-2D7C-D82E7CD61C7E}"/>
              </a:ext>
            </a:extLst>
          </p:cNvPr>
          <p:cNvSpPr/>
          <p:nvPr/>
        </p:nvSpPr>
        <p:spPr>
          <a:xfrm>
            <a:off x="607494" y="2971101"/>
            <a:ext cx="5346992" cy="118556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IN" sz="2800" dirty="0">
                <a:solidFill>
                  <a:schemeClr val="accent5">
                    <a:lumMod val="75000"/>
                  </a:schemeClr>
                </a:solidFill>
              </a:rPr>
              <a:t>Multilingual AI Analysis</a:t>
            </a:r>
          </a:p>
          <a:p>
            <a:pPr algn="ctr"/>
            <a:r>
              <a:rPr lang="en-IN" sz="2000" dirty="0"/>
              <a:t>Interprets English, Tamil, and Tamil-English complaint text.</a:t>
            </a:r>
            <a:endParaRPr lang="en-IN" sz="2000" dirty="0">
              <a:solidFill>
                <a:schemeClr val="accent3">
                  <a:lumMod val="50000"/>
                </a:schemeClr>
              </a:solidFill>
            </a:endParaRPr>
          </a:p>
        </p:txBody>
      </p:sp>
      <p:sp>
        <p:nvSpPr>
          <p:cNvPr id="13" name="Rectangle: Rounded Corners 12">
            <a:extLst>
              <a:ext uri="{FF2B5EF4-FFF2-40B4-BE49-F238E27FC236}">
                <a16:creationId xmlns:a16="http://schemas.microsoft.com/office/drawing/2014/main" id="{A0700B5A-4AD9-6E7E-BEC0-F241FDC7E062}"/>
              </a:ext>
            </a:extLst>
          </p:cNvPr>
          <p:cNvSpPr/>
          <p:nvPr/>
        </p:nvSpPr>
        <p:spPr>
          <a:xfrm>
            <a:off x="607494" y="4434895"/>
            <a:ext cx="5346992" cy="118556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IN" sz="2800" dirty="0">
                <a:solidFill>
                  <a:schemeClr val="accent5">
                    <a:lumMod val="75000"/>
                  </a:schemeClr>
                </a:solidFill>
              </a:rPr>
              <a:t>Complaint Routing</a:t>
            </a:r>
          </a:p>
          <a:p>
            <a:pPr algn="ctr"/>
            <a:r>
              <a:rPr lang="en-IN" sz="2000" dirty="0"/>
              <a:t>Recommends complaint category and responsible department.</a:t>
            </a:r>
            <a:endParaRPr lang="en-IN" sz="2000" dirty="0">
              <a:solidFill>
                <a:schemeClr val="accent3">
                  <a:lumMod val="50000"/>
                </a:schemeClr>
              </a:solidFill>
            </a:endParaRPr>
          </a:p>
        </p:txBody>
      </p:sp>
      <p:sp>
        <p:nvSpPr>
          <p:cNvPr id="15" name="Rectangle: Rounded Corners 14">
            <a:extLst>
              <a:ext uri="{FF2B5EF4-FFF2-40B4-BE49-F238E27FC236}">
                <a16:creationId xmlns:a16="http://schemas.microsoft.com/office/drawing/2014/main" id="{F955999B-D8B3-F8AC-8A6B-F839238DD948}"/>
              </a:ext>
            </a:extLst>
          </p:cNvPr>
          <p:cNvSpPr/>
          <p:nvPr/>
        </p:nvSpPr>
        <p:spPr>
          <a:xfrm>
            <a:off x="6093893" y="2972702"/>
            <a:ext cx="5346992" cy="1166531"/>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IN" sz="2800" dirty="0">
                <a:solidFill>
                  <a:schemeClr val="accent5">
                    <a:lumMod val="75000"/>
                  </a:schemeClr>
                </a:solidFill>
              </a:rPr>
              <a:t>Duplicate Detection</a:t>
            </a:r>
          </a:p>
          <a:p>
            <a:pPr algn="ctr"/>
            <a:r>
              <a:rPr lang="en-IN" sz="2000" dirty="0"/>
              <a:t>Flags semantically similar historic complaints for Staff review.</a:t>
            </a:r>
            <a:endParaRPr lang="en-IN" sz="2000" dirty="0">
              <a:solidFill>
                <a:schemeClr val="accent3">
                  <a:lumMod val="50000"/>
                </a:schemeClr>
              </a:solidFill>
            </a:endParaRPr>
          </a:p>
        </p:txBody>
      </p:sp>
      <p:sp>
        <p:nvSpPr>
          <p:cNvPr id="17" name="Rectangle: Rounded Corners 16">
            <a:extLst>
              <a:ext uri="{FF2B5EF4-FFF2-40B4-BE49-F238E27FC236}">
                <a16:creationId xmlns:a16="http://schemas.microsoft.com/office/drawing/2014/main" id="{888B4695-6630-D665-AB06-1CBFCCC1F055}"/>
              </a:ext>
            </a:extLst>
          </p:cNvPr>
          <p:cNvSpPr/>
          <p:nvPr/>
        </p:nvSpPr>
        <p:spPr>
          <a:xfrm>
            <a:off x="6093892" y="1507299"/>
            <a:ext cx="5346993" cy="1268556"/>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IN" sz="2800" dirty="0">
                <a:solidFill>
                  <a:schemeClr val="accent5">
                    <a:lumMod val="75000"/>
                  </a:schemeClr>
                </a:solidFill>
              </a:rPr>
              <a:t>Priority and Resolution Estimation</a:t>
            </a:r>
          </a:p>
          <a:p>
            <a:pPr algn="ctr"/>
            <a:r>
              <a:rPr lang="en-IN" sz="2000" dirty="0"/>
              <a:t>Suggests urgency level and estimated resolution duration.</a:t>
            </a:r>
            <a:endParaRPr lang="en-IN" sz="2000" dirty="0">
              <a:solidFill>
                <a:schemeClr val="accent3">
                  <a:lumMod val="50000"/>
                </a:schemeClr>
              </a:solidFill>
            </a:endParaRPr>
          </a:p>
        </p:txBody>
      </p:sp>
      <p:sp>
        <p:nvSpPr>
          <p:cNvPr id="19" name="Rectangle: Rounded Corners 18">
            <a:extLst>
              <a:ext uri="{FF2B5EF4-FFF2-40B4-BE49-F238E27FC236}">
                <a16:creationId xmlns:a16="http://schemas.microsoft.com/office/drawing/2014/main" id="{377B2325-DE51-1949-E616-2650A303FA93}"/>
              </a:ext>
            </a:extLst>
          </p:cNvPr>
          <p:cNvSpPr/>
          <p:nvPr/>
        </p:nvSpPr>
        <p:spPr>
          <a:xfrm>
            <a:off x="6093893" y="4434895"/>
            <a:ext cx="5346992" cy="118556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IN" sz="2800" dirty="0">
                <a:solidFill>
                  <a:schemeClr val="accent5">
                    <a:lumMod val="75000"/>
                  </a:schemeClr>
                </a:solidFill>
              </a:rPr>
              <a:t>Staff Operations Workspace</a:t>
            </a:r>
          </a:p>
          <a:p>
            <a:pPr algn="ctr"/>
            <a:r>
              <a:rPr lang="en-IN" sz="2000" dirty="0"/>
              <a:t>Supports queue management, updates, notes, escalation, and impact verification.</a:t>
            </a:r>
            <a:endParaRPr lang="en-IN" sz="2000" dirty="0">
              <a:solidFill>
                <a:schemeClr val="accent3">
                  <a:lumMod val="50000"/>
                </a:schemeClr>
              </a:solidFill>
            </a:endParaRPr>
          </a:p>
        </p:txBody>
      </p:sp>
      <p:graphicFrame>
        <p:nvGraphicFramePr>
          <p:cNvPr id="20" name="Diagram 19">
            <a:extLst>
              <a:ext uri="{FF2B5EF4-FFF2-40B4-BE49-F238E27FC236}">
                <a16:creationId xmlns:a16="http://schemas.microsoft.com/office/drawing/2014/main" id="{CE1541F3-0A7D-0065-D9B9-B1C4C9F86411}"/>
              </a:ext>
            </a:extLst>
          </p:cNvPr>
          <p:cNvGraphicFramePr/>
          <p:nvPr>
            <p:extLst>
              <p:ext uri="{D42A27DB-BD31-4B8C-83A1-F6EECF244321}">
                <p14:modId xmlns:p14="http://schemas.microsoft.com/office/powerpoint/2010/main" val="3870972045"/>
              </p:ext>
            </p:extLst>
          </p:nvPr>
        </p:nvGraphicFramePr>
        <p:xfrm>
          <a:off x="2032000" y="5520040"/>
          <a:ext cx="8128000" cy="1185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0" y="1271219"/>
            <a:ext cx="12192000" cy="4142989"/>
          </a:xfrm>
        </p:spPr>
        <p:txBody>
          <a:bodyPr/>
          <a:lstStyle/>
          <a:p>
            <a:pPr marL="0" indent="0" algn="just">
              <a:lnSpc>
                <a:spcPct val="150000"/>
              </a:lnSpc>
              <a:buNone/>
            </a:pPr>
            <a:r>
              <a:rPr lang="en-GB" b="0" dirty="0">
                <a:solidFill>
                  <a:srgbClr val="5583D1"/>
                </a:solidFill>
                <a:latin typeface="+mn-lt"/>
              </a:rPr>
              <a:t>• Manual complaint handling can cause delays and incorrect routing.</a:t>
            </a:r>
          </a:p>
          <a:p>
            <a:pPr marL="0" indent="0" algn="just">
              <a:lnSpc>
                <a:spcPct val="150000"/>
              </a:lnSpc>
              <a:buNone/>
            </a:pPr>
            <a:r>
              <a:rPr lang="en-GB" b="0" dirty="0">
                <a:solidFill>
                  <a:srgbClr val="5583D1"/>
                </a:solidFill>
                <a:latin typeface="+mn-lt"/>
              </a:rPr>
              <a:t>• Similar campus issues may be reported repeatedly in different wording.</a:t>
            </a:r>
          </a:p>
          <a:p>
            <a:pPr marL="0" indent="0" algn="just">
              <a:lnSpc>
                <a:spcPct val="150000"/>
              </a:lnSpc>
              <a:buNone/>
            </a:pPr>
            <a:r>
              <a:rPr lang="en-GB" b="0" dirty="0">
                <a:solidFill>
                  <a:srgbClr val="5583D1"/>
                </a:solidFill>
                <a:latin typeface="+mn-lt"/>
              </a:rPr>
              <a:t>• Students have limited visibility into complaint status and progress.</a:t>
            </a:r>
          </a:p>
          <a:p>
            <a:pPr marL="0" indent="0" algn="just">
              <a:lnSpc>
                <a:spcPct val="150000"/>
              </a:lnSpc>
              <a:buNone/>
            </a:pPr>
            <a:r>
              <a:rPr lang="en-GB" b="0" dirty="0">
                <a:solidFill>
                  <a:srgbClr val="5583D1"/>
                </a:solidFill>
                <a:latin typeface="+mn-lt"/>
              </a:rPr>
              <a:t>• Staff need a unified system to prioritize, track, and resolve complaints.</a:t>
            </a:r>
          </a:p>
          <a:p>
            <a:pPr marL="0" indent="0" algn="just">
              <a:lnSpc>
                <a:spcPct val="150000"/>
              </a:lnSpc>
              <a:buNone/>
            </a:pPr>
            <a:r>
              <a:rPr lang="en-GB" b="0" dirty="0">
                <a:solidFill>
                  <a:srgbClr val="5583D1"/>
                </a:solidFill>
                <a:latin typeface="+mn-lt"/>
              </a:rPr>
              <a:t>• </a:t>
            </a:r>
            <a:r>
              <a:rPr lang="en-GB" b="0" dirty="0" err="1">
                <a:solidFill>
                  <a:srgbClr val="5583D1"/>
                </a:solidFill>
                <a:latin typeface="+mn-lt"/>
              </a:rPr>
              <a:t>CampusResolve</a:t>
            </a:r>
            <a:r>
              <a:rPr lang="en-GB" b="0" dirty="0">
                <a:solidFill>
                  <a:srgbClr val="5583D1"/>
                </a:solidFill>
                <a:latin typeface="+mn-lt"/>
              </a:rPr>
              <a:t>-AI provides secure, AI-assisted complaint management with Staff-controlled decisions.</a:t>
            </a:r>
            <a:endParaRPr lang="en-US"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FFB4BCA4-A545-DFB6-F1F8-018B7D6DB757}"/>
              </a:ext>
            </a:extLst>
          </p:cNvPr>
          <p:cNvPicPr>
            <a:picLocks noChangeAspect="1"/>
          </p:cNvPicPr>
          <p:nvPr/>
        </p:nvPicPr>
        <p:blipFill>
          <a:blip r:embed="rId2">
            <a:alphaModFix/>
          </a:blip>
          <a:stretch>
            <a:fillRect/>
          </a:stretch>
        </p:blipFill>
        <p:spPr>
          <a:xfrm>
            <a:off x="0" y="6317705"/>
            <a:ext cx="1839668" cy="540296"/>
          </a:xfrm>
          <a:prstGeom prst="rect">
            <a:avLst/>
          </a:prstGeom>
        </p:spPr>
      </p:pic>
      <p:graphicFrame>
        <p:nvGraphicFramePr>
          <p:cNvPr id="6" name="Diagram 5">
            <a:extLst>
              <a:ext uri="{FF2B5EF4-FFF2-40B4-BE49-F238E27FC236}">
                <a16:creationId xmlns:a16="http://schemas.microsoft.com/office/drawing/2014/main" id="{C762135D-2633-7FC7-6F99-4E3ED21A29C5}"/>
              </a:ext>
            </a:extLst>
          </p:cNvPr>
          <p:cNvGraphicFramePr/>
          <p:nvPr>
            <p:extLst>
              <p:ext uri="{D42A27DB-BD31-4B8C-83A1-F6EECF244321}">
                <p14:modId xmlns:p14="http://schemas.microsoft.com/office/powerpoint/2010/main" val="2614964329"/>
              </p:ext>
            </p:extLst>
          </p:nvPr>
        </p:nvGraphicFramePr>
        <p:xfrm>
          <a:off x="2238828" y="5334000"/>
          <a:ext cx="8128000" cy="13607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err="1">
                <a:solidFill>
                  <a:srgbClr val="5B9BD5">
                    <a:lumMod val="50000"/>
                  </a:srgbClr>
                </a:solidFill>
              </a:rPr>
              <a:t>CampusResolve</a:t>
            </a:r>
            <a:r>
              <a:rPr lang="en-US" sz="3600" b="1" dirty="0">
                <a:solidFill>
                  <a:srgbClr val="5B9BD5">
                    <a:lumMod val="50000"/>
                  </a:srgbClr>
                </a:solidFill>
              </a:rPr>
              <a:t>-AI Workflow</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8F35C1F6-083F-564C-B8D9-694080AEE18A}"/>
              </a:ext>
            </a:extLst>
          </p:cNvPr>
          <p:cNvPicPr>
            <a:picLocks noChangeAspect="1"/>
          </p:cNvPicPr>
          <p:nvPr/>
        </p:nvPicPr>
        <p:blipFill>
          <a:blip r:embed="rId2">
            <a:alphaModFix/>
          </a:blip>
          <a:stretch>
            <a:fillRect/>
          </a:stretch>
        </p:blipFill>
        <p:spPr>
          <a:xfrm>
            <a:off x="0" y="6317705"/>
            <a:ext cx="1839668" cy="540296"/>
          </a:xfrm>
          <a:prstGeom prst="rect">
            <a:avLst/>
          </a:prstGeom>
        </p:spPr>
      </p:pic>
      <p:graphicFrame>
        <p:nvGraphicFramePr>
          <p:cNvPr id="13" name="Diagram 12">
            <a:extLst>
              <a:ext uri="{FF2B5EF4-FFF2-40B4-BE49-F238E27FC236}">
                <a16:creationId xmlns:a16="http://schemas.microsoft.com/office/drawing/2014/main" id="{8C6438C9-81E2-B168-73B3-89048D32600C}"/>
              </a:ext>
            </a:extLst>
          </p:cNvPr>
          <p:cNvGraphicFramePr/>
          <p:nvPr>
            <p:extLst>
              <p:ext uri="{D42A27DB-BD31-4B8C-83A1-F6EECF244321}">
                <p14:modId xmlns:p14="http://schemas.microsoft.com/office/powerpoint/2010/main" val="2063887202"/>
              </p:ext>
            </p:extLst>
          </p:nvPr>
        </p:nvGraphicFramePr>
        <p:xfrm>
          <a:off x="6574973" y="1191756"/>
          <a:ext cx="7203750" cy="50849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281E3A18-CCBE-295C-EDA1-AEB4F301EBB6}"/>
              </a:ext>
            </a:extLst>
          </p:cNvPr>
          <p:cNvSpPr txBox="1"/>
          <p:nvPr/>
        </p:nvSpPr>
        <p:spPr>
          <a:xfrm>
            <a:off x="1" y="1234638"/>
            <a:ext cx="8806542" cy="4524315"/>
          </a:xfrm>
          <a:prstGeom prst="rect">
            <a:avLst/>
          </a:prstGeom>
          <a:noFill/>
        </p:spPr>
        <p:txBody>
          <a:bodyPr wrap="square" rtlCol="0">
            <a:spAutoFit/>
          </a:bodyPr>
          <a:lstStyle/>
          <a:p>
            <a:pPr algn="just"/>
            <a:r>
              <a:rPr lang="en-GB" sz="2400" dirty="0">
                <a:solidFill>
                  <a:schemeClr val="accent5">
                    <a:lumMod val="75000"/>
                  </a:schemeClr>
                </a:solidFill>
              </a:rPr>
              <a:t>1. Student logs in and submits a complaint with location, impact, and safety information.</a:t>
            </a:r>
          </a:p>
          <a:p>
            <a:pPr algn="just"/>
            <a:r>
              <a:rPr lang="en-GB" sz="2400" dirty="0">
                <a:solidFill>
                  <a:schemeClr val="accent5">
                    <a:lumMod val="75000"/>
                  </a:schemeClr>
                </a:solidFill>
              </a:rPr>
              <a:t>2. The backend preprocesses the complaint text and operational inputs.</a:t>
            </a:r>
          </a:p>
          <a:p>
            <a:pPr algn="just"/>
            <a:r>
              <a:rPr lang="en-GB" sz="2400" dirty="0">
                <a:solidFill>
                  <a:schemeClr val="accent5">
                    <a:lumMod val="75000"/>
                  </a:schemeClr>
                </a:solidFill>
              </a:rPr>
              <a:t>3. AI models recommend category, department, priority, and resolution-time estimate.</a:t>
            </a:r>
          </a:p>
          <a:p>
            <a:pPr algn="just"/>
            <a:r>
              <a:rPr lang="en-GB" sz="2400" dirty="0">
                <a:solidFill>
                  <a:schemeClr val="accent5">
                    <a:lumMod val="75000"/>
                  </a:schemeClr>
                </a:solidFill>
              </a:rPr>
              <a:t>4. Semantic similarity search checks historic complaints for possible duplicates.</a:t>
            </a:r>
          </a:p>
          <a:p>
            <a:pPr algn="just"/>
            <a:r>
              <a:rPr lang="en-GB" sz="2400" dirty="0">
                <a:solidFill>
                  <a:schemeClr val="accent5">
                    <a:lumMod val="75000"/>
                  </a:schemeClr>
                </a:solidFill>
              </a:rPr>
              <a:t>5. Staff review recommendations, assign responsibility, update status, and add notes.</a:t>
            </a:r>
          </a:p>
          <a:p>
            <a:pPr algn="just"/>
            <a:r>
              <a:rPr lang="en-GB" sz="2400" dirty="0">
                <a:solidFill>
                  <a:schemeClr val="accent5">
                    <a:lumMod val="75000"/>
                  </a:schemeClr>
                </a:solidFill>
              </a:rPr>
              <a:t>6. The system preserves complaint status history and one final impact-verification record.</a:t>
            </a:r>
            <a:endParaRPr lang="en-IN" sz="2400" dirty="0">
              <a:solidFill>
                <a:schemeClr val="accent5">
                  <a:lumMod val="75000"/>
                </a:schemeClr>
              </a:solidFill>
            </a:endParaRPr>
          </a:p>
        </p:txBody>
      </p:sp>
      <p:sp>
        <p:nvSpPr>
          <p:cNvPr id="8" name="Rectangle: Rounded Corners 7">
            <a:extLst>
              <a:ext uri="{FF2B5EF4-FFF2-40B4-BE49-F238E27FC236}">
                <a16:creationId xmlns:a16="http://schemas.microsoft.com/office/drawing/2014/main" id="{15911545-7A61-CF09-1C73-99EB72486E0C}"/>
              </a:ext>
            </a:extLst>
          </p:cNvPr>
          <p:cNvSpPr/>
          <p:nvPr/>
        </p:nvSpPr>
        <p:spPr>
          <a:xfrm>
            <a:off x="1997519" y="5758953"/>
            <a:ext cx="6047023" cy="696685"/>
          </a:xfrm>
          <a:prstGeom prst="roundRect">
            <a:avLst/>
          </a:prstGeom>
          <a:ln w="38100"/>
          <a:effectLst>
            <a:glow rad="635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solidFill>
                  <a:schemeClr val="accent5">
                    <a:lumMod val="75000"/>
                  </a:schemeClr>
                </a:solidFill>
              </a:rPr>
              <a:t>AI provides recommendations; Staff retain final operational authority.</a:t>
            </a:r>
            <a:endParaRPr lang="en-IN" sz="2400" dirty="0">
              <a:solidFill>
                <a:schemeClr val="accent5">
                  <a:lumMod val="75000"/>
                </a:schemeClr>
              </a:solidFill>
            </a:endParaRP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55996" y="1271220"/>
            <a:ext cx="11936004" cy="3619194"/>
          </a:xfrm>
        </p:spPr>
        <p:txBody>
          <a:bodyPr/>
          <a:lstStyle/>
          <a:p>
            <a:pPr marL="0" indent="0" algn="just">
              <a:lnSpc>
                <a:spcPct val="150000"/>
              </a:lnSpc>
              <a:buNone/>
            </a:pPr>
            <a:r>
              <a:rPr lang="en-US" dirty="0">
                <a:solidFill>
                  <a:schemeClr val="accent5">
                    <a:lumMod val="50000"/>
                  </a:schemeClr>
                </a:solidFill>
                <a:latin typeface="+mn-lt"/>
              </a:rPr>
              <a:t>Approach:</a:t>
            </a:r>
          </a:p>
          <a:p>
            <a:pPr marL="0" indent="0" algn="just">
              <a:lnSpc>
                <a:spcPct val="150000"/>
              </a:lnSpc>
              <a:buNone/>
            </a:pPr>
            <a:r>
              <a:rPr lang="en-GB" sz="2400" b="0" dirty="0">
                <a:solidFill>
                  <a:schemeClr val="accent5">
                    <a:lumMod val="75000"/>
                  </a:schemeClr>
                </a:solidFill>
                <a:latin typeface="+mn-lt"/>
              </a:rPr>
              <a:t>• Text and operational-context analysis for complaint triage.</a:t>
            </a:r>
          </a:p>
          <a:p>
            <a:pPr marL="0" indent="0" algn="just">
              <a:lnSpc>
                <a:spcPct val="150000"/>
              </a:lnSpc>
              <a:buNone/>
            </a:pPr>
            <a:r>
              <a:rPr lang="en-GB" sz="2400" b="0" dirty="0">
                <a:solidFill>
                  <a:schemeClr val="accent5">
                    <a:lumMod val="75000"/>
                  </a:schemeClr>
                </a:solidFill>
                <a:latin typeface="+mn-lt"/>
              </a:rPr>
              <a:t>• Supervised machine-learning models for category and priority recommendation.</a:t>
            </a:r>
          </a:p>
          <a:p>
            <a:pPr marL="0" indent="0" algn="just">
              <a:lnSpc>
                <a:spcPct val="150000"/>
              </a:lnSpc>
              <a:buNone/>
            </a:pPr>
            <a:r>
              <a:rPr lang="en-GB" sz="2400" b="0" dirty="0">
                <a:solidFill>
                  <a:schemeClr val="accent5">
                    <a:lumMod val="75000"/>
                  </a:schemeClr>
                </a:solidFill>
                <a:latin typeface="+mn-lt"/>
              </a:rPr>
              <a:t>• Regression model for estimated resolution time.</a:t>
            </a:r>
          </a:p>
          <a:p>
            <a:pPr marL="0" indent="0" algn="just">
              <a:lnSpc>
                <a:spcPct val="150000"/>
              </a:lnSpc>
              <a:buNone/>
            </a:pPr>
            <a:r>
              <a:rPr lang="en-GB" sz="2400" b="0" dirty="0">
                <a:solidFill>
                  <a:schemeClr val="accent5">
                    <a:lumMod val="75000"/>
                  </a:schemeClr>
                </a:solidFill>
                <a:latin typeface="+mn-lt"/>
              </a:rPr>
              <a:t>• Sentence Transformer embeddings for semantic complaint representation.</a:t>
            </a:r>
          </a:p>
          <a:p>
            <a:pPr marL="0" indent="0" algn="just">
              <a:lnSpc>
                <a:spcPct val="150000"/>
              </a:lnSpc>
              <a:buNone/>
            </a:pPr>
            <a:r>
              <a:rPr lang="en-GB" sz="2400" b="0" dirty="0">
                <a:solidFill>
                  <a:schemeClr val="accent5">
                    <a:lumMod val="75000"/>
                  </a:schemeClr>
                </a:solidFill>
                <a:latin typeface="+mn-lt"/>
              </a:rPr>
              <a:t>• FAISS similarity search for potential duplicate detection.</a:t>
            </a:r>
          </a:p>
          <a:p>
            <a:pPr marL="0" indent="0" algn="just">
              <a:lnSpc>
                <a:spcPct val="150000"/>
              </a:lnSpc>
              <a:buNone/>
            </a:pPr>
            <a:r>
              <a:rPr lang="en-GB" sz="2400" b="0" dirty="0">
                <a:solidFill>
                  <a:schemeClr val="accent5">
                    <a:lumMod val="75000"/>
                  </a:schemeClr>
                </a:solidFill>
                <a:latin typeface="+mn-lt"/>
              </a:rPr>
              <a:t>• JWT authentication and role-based access control for secure workflows.</a:t>
            </a:r>
            <a:endParaRPr lang="en-US" sz="2400" b="0" dirty="0">
              <a:solidFill>
                <a:schemeClr val="accent5">
                  <a:lumMod val="75000"/>
                </a:schemeClr>
              </a:solidFill>
              <a:latin typeface="+mn-lt"/>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 Algorithms, and 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D26DC4AF-A7EA-07A8-5412-2C26E9267C92}"/>
              </a:ext>
            </a:extLst>
          </p:cNvPr>
          <p:cNvPicPr>
            <a:picLocks noChangeAspect="1"/>
          </p:cNvPicPr>
          <p:nvPr/>
        </p:nvPicPr>
        <p:blipFill>
          <a:blip r:embed="rId2">
            <a:alphaModFix/>
          </a:blip>
          <a:stretch>
            <a:fillRect/>
          </a:stretch>
        </p:blipFill>
        <p:spPr>
          <a:xfrm>
            <a:off x="0" y="6317705"/>
            <a:ext cx="1839668" cy="540296"/>
          </a:xfrm>
          <a:prstGeom prst="rect">
            <a:avLst/>
          </a:prstGeom>
        </p:spPr>
      </p:pic>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CD83D-BD4A-252F-9D31-1CE818CD20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33AB0E-D529-4218-BF3A-D132A75B950A}"/>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 Algorithms, and 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AC341CF-873F-EAA8-536F-F889B176829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FEDF7E4-3278-9C31-17F1-040367C79ACA}"/>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2490EF9D-E34A-AE0B-1971-7DFE7D32219F}"/>
              </a:ext>
            </a:extLst>
          </p:cNvPr>
          <p:cNvPicPr>
            <a:picLocks noChangeAspect="1"/>
          </p:cNvPicPr>
          <p:nvPr/>
        </p:nvPicPr>
        <p:blipFill>
          <a:blip r:embed="rId2">
            <a:alphaModFix/>
          </a:blip>
          <a:stretch>
            <a:fillRect/>
          </a:stretch>
        </p:blipFill>
        <p:spPr>
          <a:xfrm>
            <a:off x="0" y="6317705"/>
            <a:ext cx="1839668" cy="540296"/>
          </a:xfrm>
          <a:prstGeom prst="rect">
            <a:avLst/>
          </a:prstGeom>
        </p:spPr>
      </p:pic>
      <p:sp>
        <p:nvSpPr>
          <p:cNvPr id="10" name="Rectangle: Rounded Corners 9">
            <a:extLst>
              <a:ext uri="{FF2B5EF4-FFF2-40B4-BE49-F238E27FC236}">
                <a16:creationId xmlns:a16="http://schemas.microsoft.com/office/drawing/2014/main" id="{D4A123F3-AA5D-8DAE-7A0E-344A957BF610}"/>
              </a:ext>
            </a:extLst>
          </p:cNvPr>
          <p:cNvSpPr/>
          <p:nvPr/>
        </p:nvSpPr>
        <p:spPr>
          <a:xfrm>
            <a:off x="1839668" y="2566652"/>
            <a:ext cx="8095422" cy="1308638"/>
          </a:xfrm>
          <a:prstGeom prst="roundRect">
            <a:avLst/>
          </a:prstGeom>
          <a:ln w="38100">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solidFill>
                  <a:schemeClr val="accent5">
                    <a:lumMod val="75000"/>
                  </a:schemeClr>
                </a:solidFill>
              </a:rPr>
              <a:t>Python • </a:t>
            </a:r>
            <a:r>
              <a:rPr lang="en-IN" sz="2400" dirty="0" err="1">
                <a:solidFill>
                  <a:schemeClr val="accent5">
                    <a:lumMod val="75000"/>
                  </a:schemeClr>
                </a:solidFill>
              </a:rPr>
              <a:t>FastAPI</a:t>
            </a:r>
            <a:r>
              <a:rPr lang="en-IN" sz="2400" dirty="0">
                <a:solidFill>
                  <a:schemeClr val="accent5">
                    <a:lumMod val="75000"/>
                  </a:schemeClr>
                </a:solidFill>
              </a:rPr>
              <a:t> • </a:t>
            </a:r>
            <a:r>
              <a:rPr lang="en-IN" sz="2400" dirty="0" err="1">
                <a:solidFill>
                  <a:schemeClr val="accent5">
                    <a:lumMod val="75000"/>
                  </a:schemeClr>
                </a:solidFill>
              </a:rPr>
              <a:t>Streamlit</a:t>
            </a:r>
            <a:r>
              <a:rPr lang="en-IN" sz="2400" dirty="0">
                <a:solidFill>
                  <a:schemeClr val="accent5">
                    <a:lumMod val="75000"/>
                  </a:schemeClr>
                </a:solidFill>
              </a:rPr>
              <a:t> • SQLite • </a:t>
            </a:r>
            <a:r>
              <a:rPr lang="en-IN" sz="2400" dirty="0" err="1">
                <a:solidFill>
                  <a:schemeClr val="accent5">
                    <a:lumMod val="75000"/>
                  </a:schemeClr>
                </a:solidFill>
              </a:rPr>
              <a:t>SQLAlchemy</a:t>
            </a:r>
            <a:endParaRPr lang="en-IN" sz="2400" dirty="0">
              <a:solidFill>
                <a:schemeClr val="accent5">
                  <a:lumMod val="75000"/>
                </a:schemeClr>
              </a:solidFill>
            </a:endParaRPr>
          </a:p>
          <a:p>
            <a:pPr algn="ctr"/>
            <a:r>
              <a:rPr lang="en-IN" sz="2400" dirty="0">
                <a:solidFill>
                  <a:schemeClr val="accent5">
                    <a:lumMod val="75000"/>
                  </a:schemeClr>
                </a:solidFill>
              </a:rPr>
              <a:t>scikit-learn • Sentence Transformers • FAISS • Pandas • </a:t>
            </a:r>
            <a:r>
              <a:rPr lang="en-IN" sz="2400" dirty="0" err="1">
                <a:solidFill>
                  <a:schemeClr val="accent5">
                    <a:lumMod val="75000"/>
                  </a:schemeClr>
                </a:solidFill>
              </a:rPr>
              <a:t>Plotly</a:t>
            </a:r>
            <a:endParaRPr lang="en-IN" sz="2400" dirty="0">
              <a:solidFill>
                <a:schemeClr val="accent5">
                  <a:lumMod val="75000"/>
                </a:schemeClr>
              </a:solidFill>
            </a:endParaRPr>
          </a:p>
          <a:p>
            <a:pPr algn="ctr"/>
            <a:r>
              <a:rPr lang="en-IN" sz="2400" dirty="0">
                <a:solidFill>
                  <a:schemeClr val="accent5">
                    <a:lumMod val="75000"/>
                  </a:schemeClr>
                </a:solidFill>
              </a:rPr>
              <a:t>JWT • Argon2 Password Hashing • Docker Compose</a:t>
            </a:r>
          </a:p>
        </p:txBody>
      </p:sp>
      <p:sp>
        <p:nvSpPr>
          <p:cNvPr id="11" name="TextBox 10">
            <a:extLst>
              <a:ext uri="{FF2B5EF4-FFF2-40B4-BE49-F238E27FC236}">
                <a16:creationId xmlns:a16="http://schemas.microsoft.com/office/drawing/2014/main" id="{7B436C02-4AF7-6243-8C51-BE363A34B10E}"/>
              </a:ext>
            </a:extLst>
          </p:cNvPr>
          <p:cNvSpPr txBox="1"/>
          <p:nvPr/>
        </p:nvSpPr>
        <p:spPr>
          <a:xfrm>
            <a:off x="1858749" y="2033356"/>
            <a:ext cx="1121229" cy="8002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chemeClr val="accent5">
                    <a:lumMod val="50000"/>
                  </a:schemeClr>
                </a:solidFill>
                <a:effectLst/>
                <a:uLnTx/>
                <a:uFillTx/>
                <a:latin typeface="Calibri" panose="020F0502020204030204"/>
                <a:ea typeface="+mn-ea"/>
                <a:cs typeface="+mn-cs"/>
              </a:rPr>
              <a:t>Tools:</a:t>
            </a:r>
          </a:p>
          <a:p>
            <a:endParaRPr lang="en-IN" dirty="0">
              <a:solidFill>
                <a:schemeClr val="accent5">
                  <a:lumMod val="50000"/>
                </a:schemeClr>
              </a:solidFill>
            </a:endParaRPr>
          </a:p>
        </p:txBody>
      </p:sp>
      <p:grpSp>
        <p:nvGrpSpPr>
          <p:cNvPr id="14" name="Group 13">
            <a:extLst>
              <a:ext uri="{FF2B5EF4-FFF2-40B4-BE49-F238E27FC236}">
                <a16:creationId xmlns:a16="http://schemas.microsoft.com/office/drawing/2014/main" id="{81250E28-0BFE-8511-D30B-D9CD495B17B8}"/>
              </a:ext>
            </a:extLst>
          </p:cNvPr>
          <p:cNvGrpSpPr/>
          <p:nvPr/>
        </p:nvGrpSpPr>
        <p:grpSpPr>
          <a:xfrm>
            <a:off x="1839668" y="4475394"/>
            <a:ext cx="1639726" cy="651461"/>
            <a:chOff x="6780" y="0"/>
            <a:chExt cx="1639726" cy="651461"/>
          </a:xfrm>
        </p:grpSpPr>
        <p:sp>
          <p:nvSpPr>
            <p:cNvPr id="33" name="Rectangle: Rounded Corners 32">
              <a:extLst>
                <a:ext uri="{FF2B5EF4-FFF2-40B4-BE49-F238E27FC236}">
                  <a16:creationId xmlns:a16="http://schemas.microsoft.com/office/drawing/2014/main" id="{4E89C200-4FE3-DDFB-01BF-B98DB5AEBE40}"/>
                </a:ext>
              </a:extLst>
            </p:cNvPr>
            <p:cNvSpPr/>
            <p:nvPr/>
          </p:nvSpPr>
          <p:spPr>
            <a:xfrm>
              <a:off x="6780" y="0"/>
              <a:ext cx="1639726" cy="651461"/>
            </a:xfrm>
            <a:prstGeom prst="roundRect">
              <a:avLst>
                <a:gd name="adj" fmla="val 10000"/>
              </a:avLst>
            </a:prstGeom>
            <a:ln w="38100">
              <a:solidFill>
                <a:schemeClr val="accent5">
                  <a:lumMod val="75000"/>
                </a:schemeClr>
              </a:solidFill>
            </a:ln>
            <a:effectLst>
              <a:glow rad="63500">
                <a:schemeClr val="accent1">
                  <a:satMod val="175000"/>
                  <a:alpha val="40000"/>
                </a:schemeClr>
              </a:glow>
            </a:effectLst>
          </p:spPr>
          <p:style>
            <a:lnRef idx="2">
              <a:schemeClr val="accent5"/>
            </a:lnRef>
            <a:fillRef idx="1">
              <a:schemeClr val="lt1"/>
            </a:fillRef>
            <a:effectRef idx="0">
              <a:schemeClr val="accent5"/>
            </a:effectRef>
            <a:fontRef idx="minor">
              <a:schemeClr val="dk1"/>
            </a:fontRef>
          </p:style>
          <p:txBody>
            <a:bodyPr/>
            <a:lstStyle/>
            <a:p>
              <a:endParaRPr lang="en-IN"/>
            </a:p>
          </p:txBody>
        </p:sp>
        <p:sp>
          <p:nvSpPr>
            <p:cNvPr id="34" name="Rectangle: Rounded Corners 4">
              <a:extLst>
                <a:ext uri="{FF2B5EF4-FFF2-40B4-BE49-F238E27FC236}">
                  <a16:creationId xmlns:a16="http://schemas.microsoft.com/office/drawing/2014/main" id="{2648B4E5-5E21-05C4-4540-5969709419AE}"/>
                </a:ext>
              </a:extLst>
            </p:cNvPr>
            <p:cNvSpPr txBox="1"/>
            <p:nvPr/>
          </p:nvSpPr>
          <p:spPr>
            <a:xfrm>
              <a:off x="25861" y="19081"/>
              <a:ext cx="1601564" cy="613299"/>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err="1">
                  <a:solidFill>
                    <a:schemeClr val="accent5">
                      <a:lumMod val="75000"/>
                    </a:schemeClr>
                  </a:solidFill>
                </a:rPr>
                <a:t>Streamlit</a:t>
              </a:r>
              <a:r>
                <a:rPr lang="en-IN" sz="1600" b="1" kern="1200" dirty="0">
                  <a:solidFill>
                    <a:schemeClr val="accent5">
                      <a:lumMod val="75000"/>
                    </a:schemeClr>
                  </a:solidFill>
                </a:rPr>
                <a:t> Dashboard</a:t>
              </a:r>
            </a:p>
          </p:txBody>
        </p:sp>
      </p:grpSp>
      <p:grpSp>
        <p:nvGrpSpPr>
          <p:cNvPr id="15" name="Group 14">
            <a:extLst>
              <a:ext uri="{FF2B5EF4-FFF2-40B4-BE49-F238E27FC236}">
                <a16:creationId xmlns:a16="http://schemas.microsoft.com/office/drawing/2014/main" id="{BE480729-AD57-9EC1-0E56-2BD5E04F5414}"/>
              </a:ext>
            </a:extLst>
          </p:cNvPr>
          <p:cNvGrpSpPr/>
          <p:nvPr/>
        </p:nvGrpSpPr>
        <p:grpSpPr>
          <a:xfrm>
            <a:off x="3478920" y="4597798"/>
            <a:ext cx="347622" cy="406652"/>
            <a:chOff x="1646032" y="122404"/>
            <a:chExt cx="347622" cy="406652"/>
          </a:xfrm>
        </p:grpSpPr>
        <p:sp>
          <p:nvSpPr>
            <p:cNvPr id="31" name="Arrow: Right 30">
              <a:extLst>
                <a:ext uri="{FF2B5EF4-FFF2-40B4-BE49-F238E27FC236}">
                  <a16:creationId xmlns:a16="http://schemas.microsoft.com/office/drawing/2014/main" id="{93696579-6013-89A0-0B80-C96E4B631C1D}"/>
                </a:ext>
              </a:extLst>
            </p:cNvPr>
            <p:cNvSpPr/>
            <p:nvPr/>
          </p:nvSpPr>
          <p:spPr>
            <a:xfrm>
              <a:off x="1646032" y="122404"/>
              <a:ext cx="347622" cy="406652"/>
            </a:xfrm>
            <a:prstGeom prst="rightArrow">
              <a:avLst>
                <a:gd name="adj1" fmla="val 60000"/>
                <a:gd name="adj2" fmla="val 50000"/>
              </a:avLst>
            </a:prstGeom>
            <a:ln w="38100">
              <a:solidFill>
                <a:schemeClr val="accent5">
                  <a:lumMod val="75000"/>
                </a:schemeClr>
              </a:solidFill>
            </a:ln>
            <a:effectLst>
              <a:glow rad="63500">
                <a:schemeClr val="accent1">
                  <a:satMod val="175000"/>
                  <a:alpha val="40000"/>
                </a:schemeClr>
              </a:glow>
            </a:effectLst>
          </p:spPr>
          <p:style>
            <a:lnRef idx="2">
              <a:schemeClr val="accent5"/>
            </a:lnRef>
            <a:fillRef idx="1">
              <a:schemeClr val="lt1"/>
            </a:fillRef>
            <a:effectRef idx="0">
              <a:schemeClr val="accent5"/>
            </a:effectRef>
            <a:fontRef idx="minor">
              <a:schemeClr val="dk1"/>
            </a:fontRef>
          </p:style>
          <p:txBody>
            <a:bodyPr/>
            <a:lstStyle/>
            <a:p>
              <a:endParaRPr lang="en-IN"/>
            </a:p>
          </p:txBody>
        </p:sp>
        <p:sp>
          <p:nvSpPr>
            <p:cNvPr id="32" name="Arrow: Right 6">
              <a:extLst>
                <a:ext uri="{FF2B5EF4-FFF2-40B4-BE49-F238E27FC236}">
                  <a16:creationId xmlns:a16="http://schemas.microsoft.com/office/drawing/2014/main" id="{73571A9F-1FBD-AA29-BB45-64A6CA4879E0}"/>
                </a:ext>
              </a:extLst>
            </p:cNvPr>
            <p:cNvSpPr txBox="1"/>
            <p:nvPr/>
          </p:nvSpPr>
          <p:spPr>
            <a:xfrm>
              <a:off x="1646032" y="203734"/>
              <a:ext cx="243335" cy="243992"/>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b="1" kern="1200">
                <a:solidFill>
                  <a:schemeClr val="accent5">
                    <a:lumMod val="75000"/>
                  </a:schemeClr>
                </a:solidFill>
              </a:endParaRPr>
            </a:p>
          </p:txBody>
        </p:sp>
      </p:grpSp>
      <p:grpSp>
        <p:nvGrpSpPr>
          <p:cNvPr id="16" name="Group 15">
            <a:extLst>
              <a:ext uri="{FF2B5EF4-FFF2-40B4-BE49-F238E27FC236}">
                <a16:creationId xmlns:a16="http://schemas.microsoft.com/office/drawing/2014/main" id="{211F5A98-6912-C149-FE4F-489EB4C4B9A0}"/>
              </a:ext>
            </a:extLst>
          </p:cNvPr>
          <p:cNvGrpSpPr/>
          <p:nvPr/>
        </p:nvGrpSpPr>
        <p:grpSpPr>
          <a:xfrm>
            <a:off x="3815970" y="4475394"/>
            <a:ext cx="1639726" cy="651461"/>
            <a:chOff x="1983082" y="0"/>
            <a:chExt cx="1639726" cy="651461"/>
          </a:xfrm>
        </p:grpSpPr>
        <p:sp>
          <p:nvSpPr>
            <p:cNvPr id="29" name="Rectangle: Rounded Corners 28">
              <a:extLst>
                <a:ext uri="{FF2B5EF4-FFF2-40B4-BE49-F238E27FC236}">
                  <a16:creationId xmlns:a16="http://schemas.microsoft.com/office/drawing/2014/main" id="{CDE19E1F-B9A2-05B4-3104-E17E770C7EAF}"/>
                </a:ext>
              </a:extLst>
            </p:cNvPr>
            <p:cNvSpPr/>
            <p:nvPr/>
          </p:nvSpPr>
          <p:spPr>
            <a:xfrm>
              <a:off x="1983082" y="0"/>
              <a:ext cx="1639726" cy="651461"/>
            </a:xfrm>
            <a:prstGeom prst="roundRect">
              <a:avLst>
                <a:gd name="adj" fmla="val 10000"/>
              </a:avLst>
            </a:prstGeom>
            <a:ln w="38100">
              <a:solidFill>
                <a:schemeClr val="accent5">
                  <a:lumMod val="75000"/>
                </a:schemeClr>
              </a:solidFill>
            </a:ln>
            <a:effectLst>
              <a:glow rad="63500">
                <a:schemeClr val="accent1">
                  <a:satMod val="175000"/>
                  <a:alpha val="40000"/>
                </a:schemeClr>
              </a:glow>
            </a:effectLst>
          </p:spPr>
          <p:style>
            <a:lnRef idx="2">
              <a:schemeClr val="accent5"/>
            </a:lnRef>
            <a:fillRef idx="1">
              <a:schemeClr val="lt1"/>
            </a:fillRef>
            <a:effectRef idx="0">
              <a:schemeClr val="accent5"/>
            </a:effectRef>
            <a:fontRef idx="minor">
              <a:schemeClr val="dk1"/>
            </a:fontRef>
          </p:style>
          <p:txBody>
            <a:bodyPr/>
            <a:lstStyle/>
            <a:p>
              <a:endParaRPr lang="en-IN"/>
            </a:p>
          </p:txBody>
        </p:sp>
        <p:sp>
          <p:nvSpPr>
            <p:cNvPr id="30" name="Rectangle: Rounded Corners 8">
              <a:extLst>
                <a:ext uri="{FF2B5EF4-FFF2-40B4-BE49-F238E27FC236}">
                  <a16:creationId xmlns:a16="http://schemas.microsoft.com/office/drawing/2014/main" id="{7E149A95-9579-1266-5A78-0032650C35CC}"/>
                </a:ext>
              </a:extLst>
            </p:cNvPr>
            <p:cNvSpPr txBox="1"/>
            <p:nvPr/>
          </p:nvSpPr>
          <p:spPr>
            <a:xfrm>
              <a:off x="2002163" y="19081"/>
              <a:ext cx="1601564" cy="613299"/>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err="1">
                  <a:solidFill>
                    <a:schemeClr val="accent5">
                      <a:lumMod val="75000"/>
                    </a:schemeClr>
                  </a:solidFill>
                </a:rPr>
                <a:t>FastAPI</a:t>
              </a:r>
              <a:r>
                <a:rPr lang="en-IN" sz="1600" b="1" kern="1200" dirty="0">
                  <a:solidFill>
                    <a:schemeClr val="accent5">
                      <a:lumMod val="75000"/>
                    </a:schemeClr>
                  </a:solidFill>
                </a:rPr>
                <a:t> Backend</a:t>
              </a:r>
            </a:p>
          </p:txBody>
        </p:sp>
      </p:grpSp>
      <p:grpSp>
        <p:nvGrpSpPr>
          <p:cNvPr id="17" name="Group 16">
            <a:extLst>
              <a:ext uri="{FF2B5EF4-FFF2-40B4-BE49-F238E27FC236}">
                <a16:creationId xmlns:a16="http://schemas.microsoft.com/office/drawing/2014/main" id="{B0644721-74A0-8289-F18B-6ED885F74DDC}"/>
              </a:ext>
            </a:extLst>
          </p:cNvPr>
          <p:cNvGrpSpPr/>
          <p:nvPr/>
        </p:nvGrpSpPr>
        <p:grpSpPr>
          <a:xfrm>
            <a:off x="5455222" y="4597798"/>
            <a:ext cx="347622" cy="406652"/>
            <a:chOff x="3622334" y="122404"/>
            <a:chExt cx="347622" cy="406652"/>
          </a:xfrm>
        </p:grpSpPr>
        <p:sp>
          <p:nvSpPr>
            <p:cNvPr id="27" name="Arrow: Right 26">
              <a:extLst>
                <a:ext uri="{FF2B5EF4-FFF2-40B4-BE49-F238E27FC236}">
                  <a16:creationId xmlns:a16="http://schemas.microsoft.com/office/drawing/2014/main" id="{7B55783B-3AC3-C701-4265-8B1BC397D9FA}"/>
                </a:ext>
              </a:extLst>
            </p:cNvPr>
            <p:cNvSpPr/>
            <p:nvPr/>
          </p:nvSpPr>
          <p:spPr>
            <a:xfrm>
              <a:off x="3622334" y="122404"/>
              <a:ext cx="347622" cy="406652"/>
            </a:xfrm>
            <a:prstGeom prst="rightArrow">
              <a:avLst>
                <a:gd name="adj1" fmla="val 60000"/>
                <a:gd name="adj2" fmla="val 50000"/>
              </a:avLst>
            </a:prstGeom>
            <a:ln w="38100">
              <a:solidFill>
                <a:schemeClr val="accent5">
                  <a:lumMod val="75000"/>
                </a:schemeClr>
              </a:solidFill>
            </a:ln>
            <a:effectLst>
              <a:glow rad="63500">
                <a:schemeClr val="accent1">
                  <a:satMod val="175000"/>
                  <a:alpha val="40000"/>
                </a:schemeClr>
              </a:glow>
            </a:effectLst>
          </p:spPr>
          <p:style>
            <a:lnRef idx="2">
              <a:schemeClr val="accent5"/>
            </a:lnRef>
            <a:fillRef idx="1">
              <a:schemeClr val="lt1"/>
            </a:fillRef>
            <a:effectRef idx="0">
              <a:schemeClr val="accent5"/>
            </a:effectRef>
            <a:fontRef idx="minor">
              <a:schemeClr val="dk1"/>
            </a:fontRef>
          </p:style>
          <p:txBody>
            <a:bodyPr/>
            <a:lstStyle/>
            <a:p>
              <a:endParaRPr lang="en-IN"/>
            </a:p>
          </p:txBody>
        </p:sp>
        <p:sp>
          <p:nvSpPr>
            <p:cNvPr id="28" name="Arrow: Right 10">
              <a:extLst>
                <a:ext uri="{FF2B5EF4-FFF2-40B4-BE49-F238E27FC236}">
                  <a16:creationId xmlns:a16="http://schemas.microsoft.com/office/drawing/2014/main" id="{398729D7-DACE-DB7E-019C-85C88E61E674}"/>
                </a:ext>
              </a:extLst>
            </p:cNvPr>
            <p:cNvSpPr txBox="1"/>
            <p:nvPr/>
          </p:nvSpPr>
          <p:spPr>
            <a:xfrm>
              <a:off x="3622334" y="203734"/>
              <a:ext cx="243335" cy="243992"/>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b="1" kern="1200">
                <a:solidFill>
                  <a:schemeClr val="accent5">
                    <a:lumMod val="75000"/>
                  </a:schemeClr>
                </a:solidFill>
              </a:endParaRPr>
            </a:p>
          </p:txBody>
        </p:sp>
      </p:grpSp>
      <p:grpSp>
        <p:nvGrpSpPr>
          <p:cNvPr id="18" name="Group 17">
            <a:extLst>
              <a:ext uri="{FF2B5EF4-FFF2-40B4-BE49-F238E27FC236}">
                <a16:creationId xmlns:a16="http://schemas.microsoft.com/office/drawing/2014/main" id="{74C67A0A-70D0-0DF8-CFFF-EC9D8916F76C}"/>
              </a:ext>
            </a:extLst>
          </p:cNvPr>
          <p:cNvGrpSpPr/>
          <p:nvPr/>
        </p:nvGrpSpPr>
        <p:grpSpPr>
          <a:xfrm>
            <a:off x="5792272" y="4475394"/>
            <a:ext cx="1639726" cy="651461"/>
            <a:chOff x="3959384" y="0"/>
            <a:chExt cx="1639726" cy="651461"/>
          </a:xfrm>
        </p:grpSpPr>
        <p:sp>
          <p:nvSpPr>
            <p:cNvPr id="25" name="Rectangle: Rounded Corners 24">
              <a:extLst>
                <a:ext uri="{FF2B5EF4-FFF2-40B4-BE49-F238E27FC236}">
                  <a16:creationId xmlns:a16="http://schemas.microsoft.com/office/drawing/2014/main" id="{F13E019C-2602-B7B4-1EBB-5C0909A28D29}"/>
                </a:ext>
              </a:extLst>
            </p:cNvPr>
            <p:cNvSpPr/>
            <p:nvPr/>
          </p:nvSpPr>
          <p:spPr>
            <a:xfrm>
              <a:off x="3959384" y="0"/>
              <a:ext cx="1639726" cy="651461"/>
            </a:xfrm>
            <a:prstGeom prst="roundRect">
              <a:avLst>
                <a:gd name="adj" fmla="val 10000"/>
              </a:avLst>
            </a:prstGeom>
            <a:ln w="38100">
              <a:solidFill>
                <a:schemeClr val="accent5">
                  <a:lumMod val="75000"/>
                </a:schemeClr>
              </a:solidFill>
            </a:ln>
            <a:effectLst>
              <a:glow rad="63500">
                <a:schemeClr val="accent1">
                  <a:satMod val="175000"/>
                  <a:alpha val="40000"/>
                </a:schemeClr>
              </a:glow>
            </a:effectLst>
          </p:spPr>
          <p:style>
            <a:lnRef idx="2">
              <a:schemeClr val="accent5"/>
            </a:lnRef>
            <a:fillRef idx="1">
              <a:schemeClr val="lt1"/>
            </a:fillRef>
            <a:effectRef idx="0">
              <a:schemeClr val="accent5"/>
            </a:effectRef>
            <a:fontRef idx="minor">
              <a:schemeClr val="dk1"/>
            </a:fontRef>
          </p:style>
          <p:txBody>
            <a:bodyPr/>
            <a:lstStyle/>
            <a:p>
              <a:endParaRPr lang="en-IN"/>
            </a:p>
          </p:txBody>
        </p:sp>
        <p:sp>
          <p:nvSpPr>
            <p:cNvPr id="26" name="Rectangle: Rounded Corners 12">
              <a:extLst>
                <a:ext uri="{FF2B5EF4-FFF2-40B4-BE49-F238E27FC236}">
                  <a16:creationId xmlns:a16="http://schemas.microsoft.com/office/drawing/2014/main" id="{CD37402A-101C-3744-78E4-6AEFFE9F3CE2}"/>
                </a:ext>
              </a:extLst>
            </p:cNvPr>
            <p:cNvSpPr txBox="1"/>
            <p:nvPr/>
          </p:nvSpPr>
          <p:spPr>
            <a:xfrm>
              <a:off x="3978465" y="19081"/>
              <a:ext cx="1601564" cy="613299"/>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5">
                      <a:lumMod val="75000"/>
                    </a:schemeClr>
                  </a:solidFill>
                </a:rPr>
                <a:t>SQLite Database</a:t>
              </a:r>
            </a:p>
          </p:txBody>
        </p:sp>
      </p:grpSp>
      <p:grpSp>
        <p:nvGrpSpPr>
          <p:cNvPr id="19" name="Group 18">
            <a:extLst>
              <a:ext uri="{FF2B5EF4-FFF2-40B4-BE49-F238E27FC236}">
                <a16:creationId xmlns:a16="http://schemas.microsoft.com/office/drawing/2014/main" id="{EF748465-0B9F-5AC1-D45E-DEDC641D31D5}"/>
              </a:ext>
            </a:extLst>
          </p:cNvPr>
          <p:cNvGrpSpPr/>
          <p:nvPr/>
        </p:nvGrpSpPr>
        <p:grpSpPr>
          <a:xfrm>
            <a:off x="7431523" y="4597798"/>
            <a:ext cx="347622" cy="406652"/>
            <a:chOff x="5598635" y="122404"/>
            <a:chExt cx="347622" cy="406652"/>
          </a:xfrm>
        </p:grpSpPr>
        <p:sp>
          <p:nvSpPr>
            <p:cNvPr id="23" name="Arrow: Right 22">
              <a:extLst>
                <a:ext uri="{FF2B5EF4-FFF2-40B4-BE49-F238E27FC236}">
                  <a16:creationId xmlns:a16="http://schemas.microsoft.com/office/drawing/2014/main" id="{2E2C9542-981B-85B1-84E5-F8570255B285}"/>
                </a:ext>
              </a:extLst>
            </p:cNvPr>
            <p:cNvSpPr/>
            <p:nvPr/>
          </p:nvSpPr>
          <p:spPr>
            <a:xfrm>
              <a:off x="5598635" y="122404"/>
              <a:ext cx="347622" cy="406652"/>
            </a:xfrm>
            <a:prstGeom prst="rightArrow">
              <a:avLst>
                <a:gd name="adj1" fmla="val 60000"/>
                <a:gd name="adj2" fmla="val 50000"/>
              </a:avLst>
            </a:prstGeom>
            <a:ln w="38100">
              <a:solidFill>
                <a:schemeClr val="accent5">
                  <a:lumMod val="75000"/>
                </a:schemeClr>
              </a:solidFill>
            </a:ln>
            <a:effectLst>
              <a:glow rad="63500">
                <a:schemeClr val="accent1">
                  <a:satMod val="175000"/>
                  <a:alpha val="40000"/>
                </a:schemeClr>
              </a:glow>
            </a:effectLst>
          </p:spPr>
          <p:style>
            <a:lnRef idx="2">
              <a:schemeClr val="accent5"/>
            </a:lnRef>
            <a:fillRef idx="1">
              <a:schemeClr val="lt1"/>
            </a:fillRef>
            <a:effectRef idx="0">
              <a:schemeClr val="accent5"/>
            </a:effectRef>
            <a:fontRef idx="minor">
              <a:schemeClr val="dk1"/>
            </a:fontRef>
          </p:style>
          <p:txBody>
            <a:bodyPr/>
            <a:lstStyle/>
            <a:p>
              <a:endParaRPr lang="en-IN"/>
            </a:p>
          </p:txBody>
        </p:sp>
        <p:sp>
          <p:nvSpPr>
            <p:cNvPr id="24" name="Arrow: Right 14">
              <a:extLst>
                <a:ext uri="{FF2B5EF4-FFF2-40B4-BE49-F238E27FC236}">
                  <a16:creationId xmlns:a16="http://schemas.microsoft.com/office/drawing/2014/main" id="{48922EBF-07A4-6FA6-49C5-46D1C2B81196}"/>
                </a:ext>
              </a:extLst>
            </p:cNvPr>
            <p:cNvSpPr txBox="1"/>
            <p:nvPr/>
          </p:nvSpPr>
          <p:spPr>
            <a:xfrm>
              <a:off x="5598635" y="203734"/>
              <a:ext cx="243335" cy="243992"/>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b="1" kern="1200">
                <a:solidFill>
                  <a:schemeClr val="accent5">
                    <a:lumMod val="75000"/>
                  </a:schemeClr>
                </a:solidFill>
              </a:endParaRPr>
            </a:p>
          </p:txBody>
        </p:sp>
      </p:grpSp>
      <p:grpSp>
        <p:nvGrpSpPr>
          <p:cNvPr id="20" name="Group 19">
            <a:extLst>
              <a:ext uri="{FF2B5EF4-FFF2-40B4-BE49-F238E27FC236}">
                <a16:creationId xmlns:a16="http://schemas.microsoft.com/office/drawing/2014/main" id="{8622590C-C90B-4624-A61D-A4802D729A70}"/>
              </a:ext>
            </a:extLst>
          </p:cNvPr>
          <p:cNvGrpSpPr/>
          <p:nvPr/>
        </p:nvGrpSpPr>
        <p:grpSpPr>
          <a:xfrm>
            <a:off x="7768573" y="4475394"/>
            <a:ext cx="1639726" cy="651461"/>
            <a:chOff x="5935685" y="0"/>
            <a:chExt cx="1639726" cy="651461"/>
          </a:xfrm>
        </p:grpSpPr>
        <p:sp>
          <p:nvSpPr>
            <p:cNvPr id="21" name="Rectangle: Rounded Corners 20">
              <a:extLst>
                <a:ext uri="{FF2B5EF4-FFF2-40B4-BE49-F238E27FC236}">
                  <a16:creationId xmlns:a16="http://schemas.microsoft.com/office/drawing/2014/main" id="{DFE2234A-FE04-0A3C-35C9-29BF03B1CD58}"/>
                </a:ext>
              </a:extLst>
            </p:cNvPr>
            <p:cNvSpPr/>
            <p:nvPr/>
          </p:nvSpPr>
          <p:spPr>
            <a:xfrm>
              <a:off x="5935685" y="0"/>
              <a:ext cx="1639726" cy="651461"/>
            </a:xfrm>
            <a:prstGeom prst="roundRect">
              <a:avLst>
                <a:gd name="adj" fmla="val 10000"/>
              </a:avLst>
            </a:prstGeom>
            <a:ln w="38100">
              <a:solidFill>
                <a:schemeClr val="accent5">
                  <a:lumMod val="75000"/>
                </a:schemeClr>
              </a:solidFill>
            </a:ln>
            <a:effectLst>
              <a:glow rad="63500">
                <a:schemeClr val="accent1">
                  <a:satMod val="175000"/>
                  <a:alpha val="40000"/>
                </a:schemeClr>
              </a:glow>
            </a:effectLst>
          </p:spPr>
          <p:style>
            <a:lnRef idx="2">
              <a:schemeClr val="accent5"/>
            </a:lnRef>
            <a:fillRef idx="1">
              <a:schemeClr val="lt1"/>
            </a:fillRef>
            <a:effectRef idx="0">
              <a:schemeClr val="accent5"/>
            </a:effectRef>
            <a:fontRef idx="minor">
              <a:schemeClr val="dk1"/>
            </a:fontRef>
          </p:style>
          <p:txBody>
            <a:bodyPr/>
            <a:lstStyle/>
            <a:p>
              <a:endParaRPr lang="en-IN"/>
            </a:p>
          </p:txBody>
        </p:sp>
        <p:sp>
          <p:nvSpPr>
            <p:cNvPr id="22" name="Rectangle: Rounded Corners 16">
              <a:extLst>
                <a:ext uri="{FF2B5EF4-FFF2-40B4-BE49-F238E27FC236}">
                  <a16:creationId xmlns:a16="http://schemas.microsoft.com/office/drawing/2014/main" id="{1377D09B-C9B7-AC76-AC58-94830F7B3A63}"/>
                </a:ext>
              </a:extLst>
            </p:cNvPr>
            <p:cNvSpPr txBox="1"/>
            <p:nvPr/>
          </p:nvSpPr>
          <p:spPr>
            <a:xfrm>
              <a:off x="5954766" y="19081"/>
              <a:ext cx="1601564" cy="613299"/>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chemeClr val="accent5">
                      <a:lumMod val="75000"/>
                    </a:schemeClr>
                  </a:solidFill>
                </a:rPr>
                <a:t>ML Models + FAISS Index</a:t>
              </a:r>
            </a:p>
          </p:txBody>
        </p:sp>
      </p:grpSp>
    </p:spTree>
    <p:extLst>
      <p:ext uri="{BB962C8B-B14F-4D97-AF65-F5344CB8AC3E}">
        <p14:creationId xmlns:p14="http://schemas.microsoft.com/office/powerpoint/2010/main" val="2992800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CE117-DB9E-D206-9CD7-C37D0995AE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4A7421-C027-4A25-AE51-351800613D6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AE2A0E29-9539-9B7C-7EF6-8B63C7081ED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914E328-E29A-A037-4C0C-0B174436E7AD}"/>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2F57E60E-3874-74CB-AD19-9D13D22C3A75}"/>
              </a:ext>
            </a:extLst>
          </p:cNvPr>
          <p:cNvPicPr>
            <a:picLocks noChangeAspect="1"/>
          </p:cNvPicPr>
          <p:nvPr/>
        </p:nvPicPr>
        <p:blipFill>
          <a:blip r:embed="rId2">
            <a:alphaModFix/>
          </a:blip>
          <a:stretch>
            <a:fillRect/>
          </a:stretch>
        </p:blipFill>
        <p:spPr>
          <a:xfrm>
            <a:off x="0" y="6317705"/>
            <a:ext cx="1839668" cy="540296"/>
          </a:xfrm>
          <a:prstGeom prst="rect">
            <a:avLst/>
          </a:prstGeom>
        </p:spPr>
      </p:pic>
      <p:pic>
        <p:nvPicPr>
          <p:cNvPr id="8" name="Picture 7">
            <a:extLst>
              <a:ext uri="{FF2B5EF4-FFF2-40B4-BE49-F238E27FC236}">
                <a16:creationId xmlns:a16="http://schemas.microsoft.com/office/drawing/2014/main" id="{6F5C06A9-98FB-3C6A-BC56-69F78788E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48566"/>
            <a:ext cx="6093893" cy="4317678"/>
          </a:xfrm>
          <a:prstGeom prst="rect">
            <a:avLst/>
          </a:prstGeom>
        </p:spPr>
      </p:pic>
      <p:pic>
        <p:nvPicPr>
          <p:cNvPr id="10" name="Picture 9">
            <a:extLst>
              <a:ext uri="{FF2B5EF4-FFF2-40B4-BE49-F238E27FC236}">
                <a16:creationId xmlns:a16="http://schemas.microsoft.com/office/drawing/2014/main" id="{EF69AD3B-2EC1-A25F-53F6-964BC45697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3892" y="1348566"/>
            <a:ext cx="6098108" cy="4317675"/>
          </a:xfrm>
          <a:prstGeom prst="rect">
            <a:avLst/>
          </a:prstGeom>
        </p:spPr>
      </p:pic>
      <p:sp>
        <p:nvSpPr>
          <p:cNvPr id="12" name="TextBox 11">
            <a:extLst>
              <a:ext uri="{FF2B5EF4-FFF2-40B4-BE49-F238E27FC236}">
                <a16:creationId xmlns:a16="http://schemas.microsoft.com/office/drawing/2014/main" id="{704BA6D3-1B55-F11B-A75E-2ECE862E0348}"/>
              </a:ext>
            </a:extLst>
          </p:cNvPr>
          <p:cNvSpPr txBox="1"/>
          <p:nvPr/>
        </p:nvSpPr>
        <p:spPr>
          <a:xfrm>
            <a:off x="1104890" y="5865931"/>
            <a:ext cx="10771424" cy="369332"/>
          </a:xfrm>
          <a:prstGeom prst="rect">
            <a:avLst/>
          </a:prstGeom>
          <a:ln w="38100"/>
          <a:effectLst>
            <a:glow rad="635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en-GB" b="1" dirty="0">
                <a:solidFill>
                  <a:schemeClr val="accent5">
                    <a:lumMod val="75000"/>
                  </a:schemeClr>
                </a:solidFill>
              </a:rPr>
              <a:t>Students can securely submit complaints and receive transparent AI-assisted routing and tracking information.</a:t>
            </a:r>
            <a:endParaRPr lang="en-IN" b="1" dirty="0">
              <a:solidFill>
                <a:schemeClr val="accent5">
                  <a:lumMod val="75000"/>
                </a:schemeClr>
              </a:solidFill>
            </a:endParaRPr>
          </a:p>
        </p:txBody>
      </p:sp>
    </p:spTree>
    <p:extLst>
      <p:ext uri="{BB962C8B-B14F-4D97-AF65-F5344CB8AC3E}">
        <p14:creationId xmlns:p14="http://schemas.microsoft.com/office/powerpoint/2010/main" val="367299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1556B-368F-CBBB-514D-02AD19F113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40DA6B-EF7F-CF5A-2EFA-5FF88135983E}"/>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2071B365-C1B5-9D01-D028-128C17C84F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D2452A-3BD7-8C07-2FB8-E95FEEA22CAC}"/>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2694ABC2-0978-702F-1CC8-71FA99A1C787}"/>
              </a:ext>
            </a:extLst>
          </p:cNvPr>
          <p:cNvPicPr>
            <a:picLocks noChangeAspect="1"/>
          </p:cNvPicPr>
          <p:nvPr/>
        </p:nvPicPr>
        <p:blipFill>
          <a:blip r:embed="rId2">
            <a:alphaModFix/>
          </a:blip>
          <a:stretch>
            <a:fillRect/>
          </a:stretch>
        </p:blipFill>
        <p:spPr>
          <a:xfrm>
            <a:off x="0" y="6317705"/>
            <a:ext cx="1839668" cy="540296"/>
          </a:xfrm>
          <a:prstGeom prst="rect">
            <a:avLst/>
          </a:prstGeom>
        </p:spPr>
      </p:pic>
      <p:sp>
        <p:nvSpPr>
          <p:cNvPr id="12" name="TextBox 11">
            <a:extLst>
              <a:ext uri="{FF2B5EF4-FFF2-40B4-BE49-F238E27FC236}">
                <a16:creationId xmlns:a16="http://schemas.microsoft.com/office/drawing/2014/main" id="{9D86C444-EB3A-04D7-F10C-7A46F96B6778}"/>
              </a:ext>
            </a:extLst>
          </p:cNvPr>
          <p:cNvSpPr txBox="1"/>
          <p:nvPr/>
        </p:nvSpPr>
        <p:spPr>
          <a:xfrm>
            <a:off x="1279062" y="5870371"/>
            <a:ext cx="10227138" cy="369332"/>
          </a:xfrm>
          <a:prstGeom prst="rect">
            <a:avLst/>
          </a:prstGeom>
          <a:ln w="38100"/>
          <a:effectLst>
            <a:glow rad="635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a:spAutoFit/>
          </a:bodyPr>
          <a:lstStyle/>
          <a:p>
            <a:r>
              <a:rPr lang="en-GB" b="1" dirty="0">
                <a:solidFill>
                  <a:schemeClr val="accent5">
                    <a:lumMod val="75000"/>
                  </a:schemeClr>
                </a:solidFill>
              </a:rPr>
              <a:t>Staff validate recommendations, manage complaint status, and preserve accountable operational records.</a:t>
            </a:r>
            <a:endParaRPr lang="en-IN" b="1" dirty="0">
              <a:solidFill>
                <a:schemeClr val="accent5">
                  <a:lumMod val="75000"/>
                </a:schemeClr>
              </a:solidFill>
            </a:endParaRPr>
          </a:p>
        </p:txBody>
      </p:sp>
      <p:pic>
        <p:nvPicPr>
          <p:cNvPr id="6" name="Picture 5">
            <a:extLst>
              <a:ext uri="{FF2B5EF4-FFF2-40B4-BE49-F238E27FC236}">
                <a16:creationId xmlns:a16="http://schemas.microsoft.com/office/drawing/2014/main" id="{540CF08F-000B-A086-D054-20321A60A6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348566"/>
            <a:ext cx="6093891" cy="4317674"/>
          </a:xfrm>
          <a:prstGeom prst="rect">
            <a:avLst/>
          </a:prstGeom>
        </p:spPr>
      </p:pic>
      <p:pic>
        <p:nvPicPr>
          <p:cNvPr id="11" name="Picture 10">
            <a:extLst>
              <a:ext uri="{FF2B5EF4-FFF2-40B4-BE49-F238E27FC236}">
                <a16:creationId xmlns:a16="http://schemas.microsoft.com/office/drawing/2014/main" id="{3A3682A3-1E83-BC4F-5EC7-D61AFB4386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3892" y="1348566"/>
            <a:ext cx="6093891" cy="4317670"/>
          </a:xfrm>
          <a:prstGeom prst="rect">
            <a:avLst/>
          </a:prstGeom>
        </p:spPr>
      </p:pic>
    </p:spTree>
    <p:extLst>
      <p:ext uri="{BB962C8B-B14F-4D97-AF65-F5344CB8AC3E}">
        <p14:creationId xmlns:p14="http://schemas.microsoft.com/office/powerpoint/2010/main" val="347616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9EF2F-A4DF-2533-0744-01FC79F48C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E406CE-F446-EAF3-4577-8DDB2C35B51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Validation Summary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C6177A8-0A6D-CCBC-FF6F-FABF3E2745E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EE7FD1D-A255-B298-CB26-73576775BF4B}"/>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84555A09-CBFF-2681-690A-295834BDEE26}"/>
              </a:ext>
            </a:extLst>
          </p:cNvPr>
          <p:cNvPicPr>
            <a:picLocks noChangeAspect="1"/>
          </p:cNvPicPr>
          <p:nvPr/>
        </p:nvPicPr>
        <p:blipFill>
          <a:blip r:embed="rId2">
            <a:alphaModFix/>
          </a:blip>
          <a:stretch>
            <a:fillRect/>
          </a:stretch>
        </p:blipFill>
        <p:spPr>
          <a:xfrm>
            <a:off x="0" y="6317705"/>
            <a:ext cx="1839668" cy="540296"/>
          </a:xfrm>
          <a:prstGeom prst="rect">
            <a:avLst/>
          </a:prstGeom>
        </p:spPr>
      </p:pic>
      <p:sp>
        <p:nvSpPr>
          <p:cNvPr id="11" name="Rectangle: Rounded Corners 10">
            <a:extLst>
              <a:ext uri="{FF2B5EF4-FFF2-40B4-BE49-F238E27FC236}">
                <a16:creationId xmlns:a16="http://schemas.microsoft.com/office/drawing/2014/main" id="{C6186C2C-B7B6-80E5-4121-400678E87CC4}"/>
              </a:ext>
            </a:extLst>
          </p:cNvPr>
          <p:cNvSpPr/>
          <p:nvPr/>
        </p:nvSpPr>
        <p:spPr>
          <a:xfrm>
            <a:off x="8980027" y="1173584"/>
            <a:ext cx="2996204" cy="1230079"/>
          </a:xfrm>
          <a:prstGeom prst="roundRect">
            <a:avLst/>
          </a:prstGeom>
          <a:ln w="38100">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2400" b="1" dirty="0">
                <a:solidFill>
                  <a:schemeClr val="accent5">
                    <a:lumMod val="75000"/>
                  </a:schemeClr>
                </a:solidFill>
              </a:rPr>
              <a:t>88 Passed</a:t>
            </a:r>
          </a:p>
          <a:p>
            <a:pPr algn="just"/>
            <a:r>
              <a:rPr lang="en-IN" sz="2400" b="1" dirty="0">
                <a:solidFill>
                  <a:schemeClr val="accent3">
                    <a:lumMod val="50000"/>
                  </a:schemeClr>
                </a:solidFill>
              </a:rPr>
              <a:t>Automated Tests</a:t>
            </a:r>
            <a:endParaRPr lang="en-IN" sz="2000" dirty="0">
              <a:solidFill>
                <a:schemeClr val="accent3">
                  <a:lumMod val="50000"/>
                </a:schemeClr>
              </a:solidFill>
            </a:endParaRPr>
          </a:p>
        </p:txBody>
      </p:sp>
      <p:sp>
        <p:nvSpPr>
          <p:cNvPr id="28" name="Rectangle: Rounded Corners 27">
            <a:extLst>
              <a:ext uri="{FF2B5EF4-FFF2-40B4-BE49-F238E27FC236}">
                <a16:creationId xmlns:a16="http://schemas.microsoft.com/office/drawing/2014/main" id="{8D0FF36D-C578-576D-A4C0-638D0B68C860}"/>
              </a:ext>
            </a:extLst>
          </p:cNvPr>
          <p:cNvSpPr/>
          <p:nvPr/>
        </p:nvSpPr>
        <p:spPr>
          <a:xfrm>
            <a:off x="1015433" y="5469177"/>
            <a:ext cx="11038113" cy="867281"/>
          </a:xfrm>
          <a:prstGeom prst="roundRect">
            <a:avLst/>
          </a:prstGeom>
          <a:ln w="38100"/>
          <a:effectLst>
            <a:glow rad="635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just"/>
            <a:r>
              <a:rPr lang="en-GB" sz="2400" dirty="0">
                <a:solidFill>
                  <a:schemeClr val="accent5">
                    <a:lumMod val="75000"/>
                  </a:schemeClr>
                </a:solidFill>
              </a:rPr>
              <a:t>Validation confirms implemented software workflows; model performance should be continuously evaluated with broader real campus data.</a:t>
            </a:r>
            <a:endParaRPr lang="en-IN" sz="2400" dirty="0">
              <a:solidFill>
                <a:schemeClr val="accent5">
                  <a:lumMod val="75000"/>
                </a:schemeClr>
              </a:solidFill>
            </a:endParaRPr>
          </a:p>
        </p:txBody>
      </p:sp>
      <p:sp>
        <p:nvSpPr>
          <p:cNvPr id="6" name="Rectangle: Rounded Corners 5">
            <a:extLst>
              <a:ext uri="{FF2B5EF4-FFF2-40B4-BE49-F238E27FC236}">
                <a16:creationId xmlns:a16="http://schemas.microsoft.com/office/drawing/2014/main" id="{A67FF491-F865-3ACC-D411-13262D92D2E7}"/>
              </a:ext>
            </a:extLst>
          </p:cNvPr>
          <p:cNvSpPr/>
          <p:nvPr/>
        </p:nvSpPr>
        <p:spPr>
          <a:xfrm>
            <a:off x="8974522" y="4072168"/>
            <a:ext cx="2996204" cy="1230079"/>
          </a:xfrm>
          <a:prstGeom prst="roundRect">
            <a:avLst/>
          </a:prstGeom>
          <a:ln w="38100">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2400" b="1" dirty="0" err="1">
                <a:solidFill>
                  <a:schemeClr val="accent5">
                    <a:lumMod val="75000"/>
                  </a:schemeClr>
                </a:solidFill>
              </a:rPr>
              <a:t>FastAPI</a:t>
            </a:r>
            <a:r>
              <a:rPr lang="en-IN" sz="2400" b="1" dirty="0">
                <a:solidFill>
                  <a:schemeClr val="accent5">
                    <a:lumMod val="75000"/>
                  </a:schemeClr>
                </a:solidFill>
              </a:rPr>
              <a:t> + </a:t>
            </a:r>
            <a:r>
              <a:rPr lang="en-IN" sz="2400" b="1" dirty="0" err="1">
                <a:solidFill>
                  <a:schemeClr val="accent5">
                    <a:lumMod val="75000"/>
                  </a:schemeClr>
                </a:solidFill>
              </a:rPr>
              <a:t>Streamlit</a:t>
            </a:r>
            <a:endParaRPr lang="en-IN" sz="2400" b="1" dirty="0">
              <a:solidFill>
                <a:schemeClr val="accent5">
                  <a:lumMod val="75000"/>
                </a:schemeClr>
              </a:solidFill>
            </a:endParaRPr>
          </a:p>
          <a:p>
            <a:pPr algn="just"/>
            <a:r>
              <a:rPr lang="en-IN" sz="2400" b="1" dirty="0">
                <a:solidFill>
                  <a:schemeClr val="accent3">
                    <a:lumMod val="50000"/>
                  </a:schemeClr>
                </a:solidFill>
              </a:rPr>
              <a:t>Local Validation</a:t>
            </a:r>
            <a:endParaRPr lang="en-IN" sz="2000" dirty="0">
              <a:solidFill>
                <a:schemeClr val="accent3">
                  <a:lumMod val="50000"/>
                </a:schemeClr>
              </a:solidFill>
            </a:endParaRPr>
          </a:p>
        </p:txBody>
      </p:sp>
      <p:sp>
        <p:nvSpPr>
          <p:cNvPr id="12" name="Rectangle: Rounded Corners 11">
            <a:extLst>
              <a:ext uri="{FF2B5EF4-FFF2-40B4-BE49-F238E27FC236}">
                <a16:creationId xmlns:a16="http://schemas.microsoft.com/office/drawing/2014/main" id="{74D7FF20-23D5-50DE-93DB-593B3C741F5E}"/>
              </a:ext>
            </a:extLst>
          </p:cNvPr>
          <p:cNvSpPr/>
          <p:nvPr/>
        </p:nvSpPr>
        <p:spPr>
          <a:xfrm>
            <a:off x="8974522" y="2622876"/>
            <a:ext cx="2996204" cy="1230079"/>
          </a:xfrm>
          <a:prstGeom prst="roundRect">
            <a:avLst/>
          </a:prstGeom>
          <a:ln w="38100">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2400" b="1" dirty="0">
                <a:solidFill>
                  <a:schemeClr val="accent5">
                    <a:lumMod val="75000"/>
                  </a:schemeClr>
                </a:solidFill>
              </a:rPr>
              <a:t>Docker Compose</a:t>
            </a:r>
          </a:p>
          <a:p>
            <a:pPr algn="just"/>
            <a:r>
              <a:rPr lang="en-IN" sz="2400" b="1" dirty="0">
                <a:solidFill>
                  <a:schemeClr val="accent3">
                    <a:lumMod val="50000"/>
                  </a:schemeClr>
                </a:solidFill>
              </a:rPr>
              <a:t>Container Validation</a:t>
            </a:r>
            <a:endParaRPr lang="en-IN" sz="2000" dirty="0">
              <a:solidFill>
                <a:schemeClr val="accent3">
                  <a:lumMod val="50000"/>
                </a:schemeClr>
              </a:solidFill>
            </a:endParaRPr>
          </a:p>
        </p:txBody>
      </p:sp>
      <p:graphicFrame>
        <p:nvGraphicFramePr>
          <p:cNvPr id="15" name="Table 14">
            <a:extLst>
              <a:ext uri="{FF2B5EF4-FFF2-40B4-BE49-F238E27FC236}">
                <a16:creationId xmlns:a16="http://schemas.microsoft.com/office/drawing/2014/main" id="{16A52AF7-658B-A403-7F22-9EF7B5DCE02A}"/>
              </a:ext>
            </a:extLst>
          </p:cNvPr>
          <p:cNvGraphicFramePr>
            <a:graphicFrameLocks noGrp="1"/>
          </p:cNvGraphicFramePr>
          <p:nvPr>
            <p:extLst>
              <p:ext uri="{D42A27DB-BD31-4B8C-83A1-F6EECF244321}">
                <p14:modId xmlns:p14="http://schemas.microsoft.com/office/powerpoint/2010/main" val="3659216479"/>
              </p:ext>
            </p:extLst>
          </p:nvPr>
        </p:nvGraphicFramePr>
        <p:xfrm>
          <a:off x="221274" y="1363651"/>
          <a:ext cx="8530840" cy="3964360"/>
        </p:xfrm>
        <a:graphic>
          <a:graphicData uri="http://schemas.openxmlformats.org/drawingml/2006/table">
            <a:tbl>
              <a:tblPr firstRow="1" bandRow="1">
                <a:tableStyleId>{2D5ABB26-0587-4C30-8999-92F81FD0307C}</a:tableStyleId>
              </a:tblPr>
              <a:tblGrid>
                <a:gridCol w="4265420">
                  <a:extLst>
                    <a:ext uri="{9D8B030D-6E8A-4147-A177-3AD203B41FA5}">
                      <a16:colId xmlns:a16="http://schemas.microsoft.com/office/drawing/2014/main" val="1090945894"/>
                    </a:ext>
                  </a:extLst>
                </a:gridCol>
                <a:gridCol w="4265420">
                  <a:extLst>
                    <a:ext uri="{9D8B030D-6E8A-4147-A177-3AD203B41FA5}">
                      <a16:colId xmlns:a16="http://schemas.microsoft.com/office/drawing/2014/main" val="1309203718"/>
                    </a:ext>
                  </a:extLst>
                </a:gridCol>
              </a:tblGrid>
              <a:tr h="1126457">
                <a:tc>
                  <a:txBody>
                    <a:bodyPr/>
                    <a:lstStyle/>
                    <a:p>
                      <a:r>
                        <a:rPr lang="en-IN" sz="2400" b="1" dirty="0">
                          <a:solidFill>
                            <a:schemeClr val="accent5">
                              <a:lumMod val="75000"/>
                            </a:schemeClr>
                          </a:solidFill>
                          <a:effectLst/>
                        </a:rPr>
                        <a:t>Automated Test Suite </a:t>
                      </a:r>
                    </a:p>
                    <a:p>
                      <a:r>
                        <a:rPr lang="en-IN" sz="2000" dirty="0">
                          <a:solidFill>
                            <a:schemeClr val="accent5">
                              <a:lumMod val="75000"/>
                            </a:schemeClr>
                          </a:solidFill>
                          <a:effectLst/>
                        </a:rPr>
                        <a:t>88 automated tests passed.</a:t>
                      </a:r>
                      <a:endParaRPr lang="en-IN" sz="2000" dirty="0">
                        <a:solidFill>
                          <a:schemeClr val="accent5">
                            <a:lumMod val="7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400" b="1" dirty="0">
                          <a:solidFill>
                            <a:schemeClr val="accent5">
                              <a:lumMod val="75000"/>
                            </a:schemeClr>
                          </a:solidFill>
                          <a:effectLst/>
                        </a:rPr>
                        <a:t>Docker Compose Validation </a:t>
                      </a:r>
                    </a:p>
                    <a:p>
                      <a:r>
                        <a:rPr lang="en-IN" sz="2000" dirty="0">
                          <a:solidFill>
                            <a:schemeClr val="accent5">
                              <a:lumMod val="75000"/>
                            </a:schemeClr>
                          </a:solidFill>
                          <a:effectLst/>
                        </a:rPr>
                        <a:t>API and Dashboard run as separate services.</a:t>
                      </a:r>
                      <a:endParaRPr lang="en-IN" sz="2000" dirty="0">
                        <a:solidFill>
                          <a:schemeClr val="accent5">
                            <a:lumMod val="7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60173096"/>
                  </a:ext>
                </a:extLst>
              </a:tr>
              <a:tr h="1771103">
                <a:tc>
                  <a:txBody>
                    <a:bodyPr/>
                    <a:lstStyle/>
                    <a:p>
                      <a:r>
                        <a:rPr lang="en-IN" sz="2400" b="1" dirty="0">
                          <a:solidFill>
                            <a:schemeClr val="accent5">
                              <a:lumMod val="75000"/>
                            </a:schemeClr>
                          </a:solidFill>
                          <a:effectLst/>
                        </a:rPr>
                        <a:t>Local Application Validation </a:t>
                      </a:r>
                    </a:p>
                    <a:p>
                      <a:r>
                        <a:rPr lang="en-IN" sz="2000" dirty="0" err="1">
                          <a:solidFill>
                            <a:schemeClr val="accent5">
                              <a:lumMod val="75000"/>
                            </a:schemeClr>
                          </a:solidFill>
                          <a:effectLst/>
                        </a:rPr>
                        <a:t>FastAPI</a:t>
                      </a:r>
                      <a:r>
                        <a:rPr lang="en-IN" sz="2000" dirty="0">
                          <a:solidFill>
                            <a:schemeClr val="accent5">
                              <a:lumMod val="75000"/>
                            </a:schemeClr>
                          </a:solidFill>
                          <a:effectLst/>
                        </a:rPr>
                        <a:t> backend and </a:t>
                      </a:r>
                      <a:r>
                        <a:rPr lang="en-IN" sz="2000" dirty="0" err="1">
                          <a:solidFill>
                            <a:schemeClr val="accent5">
                              <a:lumMod val="75000"/>
                            </a:schemeClr>
                          </a:solidFill>
                          <a:effectLst/>
                        </a:rPr>
                        <a:t>Streamlit</a:t>
                      </a:r>
                      <a:r>
                        <a:rPr lang="en-IN" sz="2000" dirty="0">
                          <a:solidFill>
                            <a:schemeClr val="accent5">
                              <a:lumMod val="75000"/>
                            </a:schemeClr>
                          </a:solidFill>
                          <a:effectLst/>
                        </a:rPr>
                        <a:t> dashboard validated.</a:t>
                      </a:r>
                      <a:endParaRPr lang="en-IN" sz="2000" dirty="0">
                        <a:solidFill>
                          <a:schemeClr val="accent5">
                            <a:lumMod val="7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2400" b="1" dirty="0">
                          <a:solidFill>
                            <a:schemeClr val="accent5">
                              <a:lumMod val="75000"/>
                            </a:schemeClr>
                          </a:solidFill>
                          <a:effectLst/>
                        </a:rPr>
                        <a:t>Health and Persistence </a:t>
                      </a:r>
                    </a:p>
                    <a:p>
                      <a:r>
                        <a:rPr lang="en-IN" sz="2000" dirty="0">
                          <a:solidFill>
                            <a:schemeClr val="accent5">
                              <a:lumMod val="75000"/>
                            </a:schemeClr>
                          </a:solidFill>
                          <a:effectLst/>
                        </a:rPr>
                        <a:t>• API health check coordinates startup. </a:t>
                      </a:r>
                    </a:p>
                    <a:p>
                      <a:r>
                        <a:rPr lang="en-IN" sz="2000" dirty="0">
                          <a:solidFill>
                            <a:schemeClr val="accent5">
                              <a:lumMod val="75000"/>
                            </a:schemeClr>
                          </a:solidFill>
                          <a:effectLst/>
                        </a:rPr>
                        <a:t>• SQLite data persists through a named Docker volume.</a:t>
                      </a:r>
                      <a:endParaRPr lang="en-IN" sz="2000" dirty="0">
                        <a:solidFill>
                          <a:schemeClr val="accent5">
                            <a:lumMod val="7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5961860"/>
                  </a:ext>
                </a:extLst>
              </a:tr>
              <a:tr h="1062088">
                <a:tc>
                  <a:txBody>
                    <a:bodyPr/>
                    <a:lstStyle/>
                    <a:p>
                      <a:r>
                        <a:rPr lang="en-IN" sz="2400" b="1" dirty="0">
                          <a:solidFill>
                            <a:schemeClr val="accent5">
                              <a:lumMod val="75000"/>
                            </a:schemeClr>
                          </a:solidFill>
                          <a:effectLst/>
                        </a:rPr>
                        <a:t>API Documentation  </a:t>
                      </a:r>
                    </a:p>
                    <a:p>
                      <a:r>
                        <a:rPr lang="en-IN" sz="2000" dirty="0">
                          <a:solidFill>
                            <a:schemeClr val="accent5">
                              <a:lumMod val="75000"/>
                            </a:schemeClr>
                          </a:solidFill>
                          <a:effectLst/>
                        </a:rPr>
                        <a:t>Swagger/</a:t>
                      </a:r>
                      <a:r>
                        <a:rPr lang="en-IN" sz="2000" dirty="0" err="1">
                          <a:solidFill>
                            <a:schemeClr val="accent5">
                              <a:lumMod val="75000"/>
                            </a:schemeClr>
                          </a:solidFill>
                          <a:effectLst/>
                        </a:rPr>
                        <a:t>OpenAPI</a:t>
                      </a:r>
                      <a:r>
                        <a:rPr lang="en-IN" sz="2000" dirty="0">
                          <a:solidFill>
                            <a:schemeClr val="accent5">
                              <a:lumMod val="75000"/>
                            </a:schemeClr>
                          </a:solidFill>
                          <a:effectLst/>
                        </a:rPr>
                        <a:t> documentation available at /docs.</a:t>
                      </a:r>
                      <a:endParaRPr lang="en-IN" sz="2000" dirty="0">
                        <a:solidFill>
                          <a:schemeClr val="accent5">
                            <a:lumMod val="7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2000" dirty="0">
                        <a:solidFill>
                          <a:schemeClr val="accent5">
                            <a:lumMod val="7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8057682"/>
                  </a:ext>
                </a:extLst>
              </a:tr>
            </a:tbl>
          </a:graphicData>
        </a:graphic>
      </p:graphicFrame>
    </p:spTree>
    <p:extLst>
      <p:ext uri="{BB962C8B-B14F-4D97-AF65-F5344CB8AC3E}">
        <p14:creationId xmlns:p14="http://schemas.microsoft.com/office/powerpoint/2010/main" val="995786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5996" y="1271219"/>
            <a:ext cx="11936004" cy="4142989"/>
          </a:xfrm>
        </p:spPr>
        <p:txBody>
          <a:bodyPr/>
          <a:lstStyle/>
          <a:p>
            <a:pPr marL="0" indent="0" algn="just">
              <a:lnSpc>
                <a:spcPct val="150000"/>
              </a:lnSpc>
              <a:buNone/>
            </a:pPr>
            <a:r>
              <a:rPr lang="en-GB" sz="2400" b="0" dirty="0">
                <a:solidFill>
                  <a:srgbClr val="5583D1"/>
                </a:solidFill>
                <a:latin typeface="+mn-lt"/>
              </a:rPr>
              <a:t>• </a:t>
            </a:r>
            <a:r>
              <a:rPr lang="en-GB" sz="2400" b="0" dirty="0" err="1">
                <a:solidFill>
                  <a:srgbClr val="5583D1"/>
                </a:solidFill>
                <a:latin typeface="+mn-lt"/>
              </a:rPr>
              <a:t>CampusResolve</a:t>
            </a:r>
            <a:r>
              <a:rPr lang="en-GB" sz="2400" b="0" dirty="0">
                <a:solidFill>
                  <a:srgbClr val="5583D1"/>
                </a:solidFill>
                <a:latin typeface="+mn-lt"/>
              </a:rPr>
              <a:t>-AI converts complaint handling into a secure, multilingual, and traceable digital workflow.</a:t>
            </a:r>
          </a:p>
          <a:p>
            <a:pPr marL="0" indent="0" algn="just">
              <a:lnSpc>
                <a:spcPct val="150000"/>
              </a:lnSpc>
              <a:buNone/>
            </a:pPr>
            <a:r>
              <a:rPr lang="en-GB" sz="2400" b="0" dirty="0">
                <a:solidFill>
                  <a:srgbClr val="5583D1"/>
                </a:solidFill>
                <a:latin typeface="+mn-lt"/>
              </a:rPr>
              <a:t>• Students can report and track issues through an authenticated portal.</a:t>
            </a:r>
          </a:p>
          <a:p>
            <a:pPr marL="0" indent="0" algn="just">
              <a:lnSpc>
                <a:spcPct val="150000"/>
              </a:lnSpc>
              <a:buNone/>
            </a:pPr>
            <a:r>
              <a:rPr lang="en-GB" sz="2400" b="0" dirty="0">
                <a:solidFill>
                  <a:srgbClr val="5583D1"/>
                </a:solidFill>
                <a:latin typeface="+mn-lt"/>
              </a:rPr>
              <a:t>• AI-assisted recommendations support routing, prioritization, duplicate detection, and resolution planning.</a:t>
            </a:r>
          </a:p>
          <a:p>
            <a:pPr marL="0" indent="0" algn="just">
              <a:lnSpc>
                <a:spcPct val="150000"/>
              </a:lnSpc>
              <a:buNone/>
            </a:pPr>
            <a:r>
              <a:rPr lang="en-GB" sz="2400" b="0" dirty="0">
                <a:solidFill>
                  <a:srgbClr val="5583D1"/>
                </a:solidFill>
                <a:latin typeface="+mn-lt"/>
              </a:rPr>
              <a:t>• Staff retain final authority to verify, assign, update, escalate, and close complaints.</a:t>
            </a:r>
          </a:p>
          <a:p>
            <a:pPr marL="0" indent="0" algn="just">
              <a:buNone/>
            </a:pPr>
            <a:r>
              <a:rPr lang="en-GB" sz="2400" b="0" dirty="0">
                <a:solidFill>
                  <a:srgbClr val="5583D1"/>
                </a:solidFill>
                <a:latin typeface="+mn-lt"/>
              </a:rPr>
              <a:t>• Status history and impact verification provide an auditable operational record.</a:t>
            </a:r>
          </a:p>
          <a:p>
            <a:pPr marL="0" indent="0" algn="just">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2951EA0C-11D8-F016-1A88-73DD0F5D2D9A}"/>
              </a:ext>
            </a:extLst>
          </p:cNvPr>
          <p:cNvPicPr>
            <a:picLocks noChangeAspect="1"/>
          </p:cNvPicPr>
          <p:nvPr/>
        </p:nvPicPr>
        <p:blipFill>
          <a:blip r:embed="rId2">
            <a:alphaModFix/>
          </a:blip>
          <a:stretch>
            <a:fillRect/>
          </a:stretch>
        </p:blipFill>
        <p:spPr>
          <a:xfrm>
            <a:off x="0" y="6317705"/>
            <a:ext cx="1839668" cy="540296"/>
          </a:xfrm>
          <a:prstGeom prst="rect">
            <a:avLst/>
          </a:prstGeom>
        </p:spPr>
      </p:pic>
      <p:sp>
        <p:nvSpPr>
          <p:cNvPr id="8" name="TextBox 7">
            <a:extLst>
              <a:ext uri="{FF2B5EF4-FFF2-40B4-BE49-F238E27FC236}">
                <a16:creationId xmlns:a16="http://schemas.microsoft.com/office/drawing/2014/main" id="{548D5007-4EFF-54E4-AABC-CE2378A0030B}"/>
              </a:ext>
            </a:extLst>
          </p:cNvPr>
          <p:cNvSpPr txBox="1"/>
          <p:nvPr/>
        </p:nvSpPr>
        <p:spPr>
          <a:xfrm>
            <a:off x="2677887" y="5578319"/>
            <a:ext cx="7935686" cy="830997"/>
          </a:xfrm>
          <a:prstGeom prst="rect">
            <a:avLst/>
          </a:prstGeom>
          <a:ln w="38100"/>
          <a:effectLst>
            <a:glow rad="635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400" dirty="0">
                <a:solidFill>
                  <a:schemeClr val="accent5">
                    <a:lumMod val="75000"/>
                  </a:schemeClr>
                </a:solidFill>
              </a:rPr>
              <a:t>AI-assisted triage improves campus complaint coordination while preserving Staff accountability.</a:t>
            </a:r>
            <a:endParaRPr lang="en-IN" sz="2400" dirty="0">
              <a:solidFill>
                <a:schemeClr val="accent5">
                  <a:lumMod val="75000"/>
                </a:schemeClr>
              </a:solidFill>
            </a:endParaRP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8FAE4-CECD-5538-92C3-0453CB4EA9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266008-6E1D-39CA-F9EE-09D03935943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Limitations and Future Work</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82FC399-53D8-9021-E323-6D5B42D09892}"/>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201096FB-6CFD-4BF1-E505-F682DDBCA0D4}"/>
              </a:ext>
            </a:extLst>
          </p:cNvPr>
          <p:cNvPicPr>
            <a:picLocks noChangeAspect="1"/>
          </p:cNvPicPr>
          <p:nvPr/>
        </p:nvPicPr>
        <p:blipFill>
          <a:blip r:embed="rId2">
            <a:alphaModFix/>
          </a:blip>
          <a:stretch>
            <a:fillRect/>
          </a:stretch>
        </p:blipFill>
        <p:spPr>
          <a:xfrm>
            <a:off x="0" y="6317705"/>
            <a:ext cx="1839668" cy="540296"/>
          </a:xfrm>
          <a:prstGeom prst="rect">
            <a:avLst/>
          </a:prstGeom>
        </p:spPr>
      </p:pic>
      <p:sp>
        <p:nvSpPr>
          <p:cNvPr id="8" name="TextBox 7">
            <a:extLst>
              <a:ext uri="{FF2B5EF4-FFF2-40B4-BE49-F238E27FC236}">
                <a16:creationId xmlns:a16="http://schemas.microsoft.com/office/drawing/2014/main" id="{5E6F41DE-E0DE-1B92-8096-BB13AC53A5A2}"/>
              </a:ext>
            </a:extLst>
          </p:cNvPr>
          <p:cNvSpPr txBox="1"/>
          <p:nvPr/>
        </p:nvSpPr>
        <p:spPr>
          <a:xfrm>
            <a:off x="6221368" y="1415649"/>
            <a:ext cx="5578748" cy="3785652"/>
          </a:xfrm>
          <a:prstGeom prst="rect">
            <a:avLst/>
          </a:prstGeom>
          <a:ln w="38100"/>
          <a:effectLst>
            <a:glow rad="635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400" dirty="0">
                <a:solidFill>
                  <a:schemeClr val="accent6"/>
                </a:solidFill>
              </a:rPr>
              <a:t>Future work</a:t>
            </a:r>
            <a:endParaRPr lang="en-GB" sz="2400" dirty="0">
              <a:solidFill>
                <a:schemeClr val="accent5">
                  <a:lumMod val="75000"/>
                </a:schemeClr>
              </a:solidFill>
            </a:endParaRPr>
          </a:p>
          <a:p>
            <a:pPr marL="342900" indent="-342900">
              <a:buFont typeface="Arial" panose="020B0604020202020204" pitchFamily="34" charset="0"/>
              <a:buChar char="•"/>
            </a:pPr>
            <a:r>
              <a:rPr lang="en-GB" sz="2400" dirty="0">
                <a:solidFill>
                  <a:schemeClr val="accent5">
                    <a:lumMod val="75000"/>
                  </a:schemeClr>
                </a:solidFill>
              </a:rPr>
              <a:t>Add more Indian languages and stronger code-mixed language support.</a:t>
            </a:r>
          </a:p>
          <a:p>
            <a:pPr marL="342900" indent="-342900">
              <a:buFont typeface="Arial" panose="020B0604020202020204" pitchFamily="34" charset="0"/>
              <a:buChar char="•"/>
            </a:pPr>
            <a:r>
              <a:rPr lang="en-GB" sz="2400" dirty="0">
                <a:solidFill>
                  <a:schemeClr val="accent5">
                    <a:lumMod val="75000"/>
                  </a:schemeClr>
                </a:solidFill>
              </a:rPr>
              <a:t>Integrate SMS, email, and WhatsApp notifications.</a:t>
            </a:r>
          </a:p>
          <a:p>
            <a:pPr marL="342900" indent="-342900">
              <a:buFont typeface="Arial" panose="020B0604020202020204" pitchFamily="34" charset="0"/>
              <a:buChar char="•"/>
            </a:pPr>
            <a:r>
              <a:rPr lang="en-GB" sz="2400" dirty="0">
                <a:solidFill>
                  <a:schemeClr val="accent5">
                    <a:lumMod val="75000"/>
                  </a:schemeClr>
                </a:solidFill>
              </a:rPr>
              <a:t>Add SLA tracking, departmental analytics, and workload forecasting.</a:t>
            </a:r>
          </a:p>
          <a:p>
            <a:pPr marL="342900" indent="-342900">
              <a:buFont typeface="Arial" panose="020B0604020202020204" pitchFamily="34" charset="0"/>
              <a:buChar char="•"/>
            </a:pPr>
            <a:r>
              <a:rPr lang="en-GB" sz="2400" dirty="0">
                <a:solidFill>
                  <a:schemeClr val="accent5">
                    <a:lumMod val="75000"/>
                  </a:schemeClr>
                </a:solidFill>
              </a:rPr>
              <a:t>Deploy with PostgreSQL, cloud hosting, CI/CD, monitoring, and secure secret management.</a:t>
            </a:r>
            <a:endParaRPr lang="en-IN" sz="2400" dirty="0">
              <a:solidFill>
                <a:schemeClr val="accent5">
                  <a:lumMod val="75000"/>
                </a:schemeClr>
              </a:solidFill>
            </a:endParaRPr>
          </a:p>
        </p:txBody>
      </p:sp>
      <p:sp>
        <p:nvSpPr>
          <p:cNvPr id="9" name="TextBox 8">
            <a:extLst>
              <a:ext uri="{FF2B5EF4-FFF2-40B4-BE49-F238E27FC236}">
                <a16:creationId xmlns:a16="http://schemas.microsoft.com/office/drawing/2014/main" id="{F0F82C55-DCD7-5829-D70E-7B63CA645864}"/>
              </a:ext>
            </a:extLst>
          </p:cNvPr>
          <p:cNvSpPr txBox="1"/>
          <p:nvPr/>
        </p:nvSpPr>
        <p:spPr>
          <a:xfrm>
            <a:off x="391886" y="1415649"/>
            <a:ext cx="5578747" cy="3847207"/>
          </a:xfrm>
          <a:prstGeom prst="rect">
            <a:avLst/>
          </a:prstGeom>
          <a:ln w="38100">
            <a:solidFill>
              <a:schemeClr val="accent2"/>
            </a:solidFill>
          </a:ln>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800" dirty="0">
                <a:solidFill>
                  <a:schemeClr val="accent2"/>
                </a:solidFill>
              </a:rPr>
              <a:t>Limitations</a:t>
            </a:r>
          </a:p>
          <a:p>
            <a:pPr marL="342900" indent="-342900">
              <a:buFont typeface="Arial" panose="020B0604020202020204" pitchFamily="34" charset="0"/>
              <a:buChar char="•"/>
            </a:pPr>
            <a:r>
              <a:rPr lang="en-GB" sz="2400" dirty="0">
                <a:solidFill>
                  <a:schemeClr val="accent5">
                    <a:lumMod val="75000"/>
                  </a:schemeClr>
                </a:solidFill>
              </a:rPr>
              <a:t>Model quality depends on available training data and </a:t>
            </a:r>
            <a:r>
              <a:rPr lang="en-GB" sz="2400" dirty="0" err="1">
                <a:solidFill>
                  <a:schemeClr val="accent5">
                    <a:lumMod val="75000"/>
                  </a:schemeClr>
                </a:solidFill>
              </a:rPr>
              <a:t>labeling</a:t>
            </a:r>
            <a:r>
              <a:rPr lang="en-GB" sz="2400" dirty="0">
                <a:solidFill>
                  <a:schemeClr val="accent5">
                    <a:lumMod val="75000"/>
                  </a:schemeClr>
                </a:solidFill>
              </a:rPr>
              <a:t> quality.</a:t>
            </a:r>
          </a:p>
          <a:p>
            <a:pPr marL="342900" indent="-342900">
              <a:buFont typeface="Arial" panose="020B0604020202020204" pitchFamily="34" charset="0"/>
              <a:buChar char="•"/>
            </a:pPr>
            <a:r>
              <a:rPr lang="en-GB" sz="2400" dirty="0">
                <a:solidFill>
                  <a:schemeClr val="accent5">
                    <a:lumMod val="75000"/>
                  </a:schemeClr>
                </a:solidFill>
              </a:rPr>
              <a:t>Duplicate detection flags possible matches; it does not automatically merge complaints.</a:t>
            </a:r>
          </a:p>
          <a:p>
            <a:pPr marL="342900" indent="-342900">
              <a:buFont typeface="Arial" panose="020B0604020202020204" pitchFamily="34" charset="0"/>
              <a:buChar char="•"/>
            </a:pPr>
            <a:r>
              <a:rPr lang="en-GB" sz="2400" dirty="0">
                <a:solidFill>
                  <a:schemeClr val="accent5">
                    <a:lumMod val="75000"/>
                  </a:schemeClr>
                </a:solidFill>
              </a:rPr>
              <a:t>SQLite is suitable for an academic prototype and small deployments.</a:t>
            </a:r>
          </a:p>
          <a:p>
            <a:pPr marL="342900" indent="-342900">
              <a:buFont typeface="Arial" panose="020B0604020202020204" pitchFamily="34" charset="0"/>
              <a:buChar char="•"/>
            </a:pPr>
            <a:r>
              <a:rPr lang="en-GB" sz="2400" dirty="0">
                <a:solidFill>
                  <a:schemeClr val="accent5">
                    <a:lumMod val="75000"/>
                  </a:schemeClr>
                </a:solidFill>
              </a:rPr>
              <a:t>Current language support focuses on English, Tamil, and Tamil-English.</a:t>
            </a:r>
            <a:endParaRPr lang="en-IN" sz="2400" dirty="0">
              <a:solidFill>
                <a:schemeClr val="accent5">
                  <a:lumMod val="75000"/>
                </a:schemeClr>
              </a:solidFill>
            </a:endParaRPr>
          </a:p>
        </p:txBody>
      </p:sp>
    </p:spTree>
    <p:extLst>
      <p:ext uri="{BB962C8B-B14F-4D97-AF65-F5344CB8AC3E}">
        <p14:creationId xmlns:p14="http://schemas.microsoft.com/office/powerpoint/2010/main" val="4265145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03C842-0779-BE44-EECA-2F2EE3FA7309}"/>
              </a:ext>
            </a:extLst>
          </p:cNvPr>
          <p:cNvSpPr>
            <a:spLocks noGrp="1"/>
          </p:cNvSpPr>
          <p:nvPr>
            <p:ph type="body" sz="quarter" idx="13"/>
          </p:nvPr>
        </p:nvSpPr>
        <p:spPr>
          <a:xfrm>
            <a:off x="0" y="1271219"/>
            <a:ext cx="12192000" cy="4142989"/>
          </a:xfrm>
        </p:spPr>
        <p:txBody>
          <a:bodyPr/>
          <a:lstStyle/>
          <a:p>
            <a:pPr marL="0" indent="0" algn="just">
              <a:lnSpc>
                <a:spcPct val="150000"/>
              </a:lnSpc>
              <a:buNone/>
            </a:pPr>
            <a:r>
              <a:rPr lang="en-GB" sz="2400" b="0" dirty="0">
                <a:solidFill>
                  <a:srgbClr val="5583D1"/>
                </a:solidFill>
                <a:latin typeface="+mn-lt"/>
              </a:rPr>
              <a:t>	I sincerely thank Dr. </a:t>
            </a:r>
            <a:r>
              <a:rPr lang="en-GB" sz="2400" b="0" dirty="0" err="1">
                <a:solidFill>
                  <a:srgbClr val="5583D1"/>
                </a:solidFill>
                <a:latin typeface="+mn-lt"/>
              </a:rPr>
              <a:t>Prasannakumari</a:t>
            </a:r>
            <a:r>
              <a:rPr lang="en-GB" sz="2400" b="0" dirty="0">
                <a:solidFill>
                  <a:srgbClr val="5583D1"/>
                </a:solidFill>
                <a:latin typeface="+mn-lt"/>
              </a:rPr>
              <a:t> V, Professor, Department of Information Technology, Rajalakshmi Engineering College, for her valuable guidance and support throughout this project.</a:t>
            </a:r>
          </a:p>
          <a:p>
            <a:pPr marL="0" indent="0" algn="just">
              <a:lnSpc>
                <a:spcPct val="150000"/>
              </a:lnSpc>
              <a:buNone/>
            </a:pPr>
            <a:r>
              <a:rPr lang="en-GB" sz="2400" b="0" dirty="0">
                <a:solidFill>
                  <a:srgbClr val="5583D1"/>
                </a:solidFill>
                <a:latin typeface="+mn-lt"/>
              </a:rPr>
              <a:t>I also extend my sincere gratitude to Dr. Ganesa Ramachandran Arunachalam, L&amp;T </a:t>
            </a:r>
            <a:r>
              <a:rPr lang="en-GB" sz="2400" b="0" dirty="0" err="1">
                <a:solidFill>
                  <a:srgbClr val="5583D1"/>
                </a:solidFill>
                <a:latin typeface="+mn-lt"/>
              </a:rPr>
              <a:t>EduTech</a:t>
            </a:r>
            <a:r>
              <a:rPr lang="en-GB" sz="2400" b="0" dirty="0">
                <a:solidFill>
                  <a:srgbClr val="5583D1"/>
                </a:solidFill>
                <a:latin typeface="+mn-lt"/>
              </a:rPr>
              <a:t>, Chennai, and all the classroom teachers and faculty members for their guidance, teaching, encouragement, and support.</a:t>
            </a:r>
          </a:p>
          <a:p>
            <a:pPr marL="0" indent="0" algn="ctr">
              <a:lnSpc>
                <a:spcPct val="150000"/>
              </a:lnSpc>
              <a:buNone/>
            </a:pPr>
            <a:r>
              <a:rPr lang="en-GB" b="0" dirty="0">
                <a:solidFill>
                  <a:schemeClr val="accent5">
                    <a:lumMod val="50000"/>
                  </a:schemeClr>
                </a:solidFill>
                <a:latin typeface="+mn-lt"/>
              </a:rPr>
              <a:t>Thank You</a:t>
            </a:r>
          </a:p>
          <a:p>
            <a:pPr marL="0" indent="0" algn="ctr">
              <a:lnSpc>
                <a:spcPct val="150000"/>
              </a:lnSpc>
              <a:buNone/>
            </a:pPr>
            <a:r>
              <a:rPr lang="en-GB" b="0" dirty="0">
                <a:solidFill>
                  <a:schemeClr val="accent5">
                    <a:lumMod val="50000"/>
                  </a:schemeClr>
                </a:solidFill>
                <a:latin typeface="+mn-lt"/>
              </a:rPr>
              <a:t>Questions and Discussion</a:t>
            </a:r>
            <a:endParaRPr lang="en-US" b="0" dirty="0">
              <a:solidFill>
                <a:schemeClr val="accent5">
                  <a:lumMod val="50000"/>
                </a:schemeClr>
              </a:solidFill>
              <a:latin typeface="+mn-lt"/>
            </a:endParaRPr>
          </a:p>
        </p:txBody>
      </p:sp>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56948858-7F8B-2580-9390-321CC8B00964}"/>
              </a:ext>
            </a:extLst>
          </p:cNvPr>
          <p:cNvPicPr>
            <a:picLocks noChangeAspect="1"/>
          </p:cNvPicPr>
          <p:nvPr/>
        </p:nvPicPr>
        <p:blipFill>
          <a:blip r:embed="rId2">
            <a:alphaModFix/>
          </a:blip>
          <a:stretch>
            <a:fillRect/>
          </a:stretch>
        </p:blipFill>
        <p:spPr>
          <a:xfrm>
            <a:off x="0" y="6317705"/>
            <a:ext cx="1839668" cy="540296"/>
          </a:xfrm>
          <a:prstGeom prst="rect">
            <a:avLst/>
          </a:prstGeom>
        </p:spPr>
      </p:pic>
    </p:spTree>
    <p:extLst>
      <p:ext uri="{BB962C8B-B14F-4D97-AF65-F5344CB8AC3E}">
        <p14:creationId xmlns:p14="http://schemas.microsoft.com/office/powerpoint/2010/main" val="15734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5996" y="1271219"/>
            <a:ext cx="11936004" cy="4142989"/>
          </a:xfrm>
        </p:spPr>
        <p:txBody>
          <a:bodyPr/>
          <a:lstStyle/>
          <a:p>
            <a:pPr marL="0" indent="0" algn="just">
              <a:lnSpc>
                <a:spcPct val="150000"/>
              </a:lnSpc>
              <a:buNone/>
            </a:pPr>
            <a:r>
              <a:rPr lang="en-US" sz="2400" b="0" dirty="0">
                <a:solidFill>
                  <a:srgbClr val="5583D1"/>
                </a:solidFill>
              </a:rPr>
              <a:t>[1] H. M. Mohamed, A. H. Mohamed, S. O. Hashi, H. N. Hassan, K. A. Barre, and B. A. Ahmed, “Automated University Complaint Management System by Leveraging Machine Learning and Natural Language Processing for Enhanced Efficiency and Accuracy,” Forum for Linguistic Studies, vol. 7, no. 2, 2025. </a:t>
            </a:r>
            <a:r>
              <a:rPr lang="en-US" sz="2400" b="0" dirty="0" err="1">
                <a:solidFill>
                  <a:srgbClr val="5583D1"/>
                </a:solidFill>
              </a:rPr>
              <a:t>doi</a:t>
            </a:r>
            <a:r>
              <a:rPr lang="en-US" sz="2400" b="0" dirty="0">
                <a:solidFill>
                  <a:srgbClr val="5583D1"/>
                </a:solidFill>
              </a:rPr>
              <a:t>: 10.30564/fls.v7i2.8162.</a:t>
            </a:r>
          </a:p>
          <a:p>
            <a:pPr marL="0" indent="0" algn="just">
              <a:lnSpc>
                <a:spcPct val="150000"/>
              </a:lnSpc>
              <a:buNone/>
            </a:pPr>
            <a:r>
              <a:rPr lang="en-US" sz="2400" b="0" dirty="0">
                <a:solidFill>
                  <a:srgbClr val="5583D1"/>
                </a:solidFill>
              </a:rPr>
              <a:t>[2] N. Reimers and I. </a:t>
            </a:r>
            <a:r>
              <a:rPr lang="en-US" sz="2400" b="0" dirty="0" err="1">
                <a:solidFill>
                  <a:srgbClr val="5583D1"/>
                </a:solidFill>
              </a:rPr>
              <a:t>Gurevych</a:t>
            </a:r>
            <a:r>
              <a:rPr lang="en-US" sz="2400" b="0" dirty="0">
                <a:solidFill>
                  <a:srgbClr val="5583D1"/>
                </a:solidFill>
              </a:rPr>
              <a:t>, “Sentence-BERT: Sentence Embeddings using Siamese BERT-Networks,” Proceedings of EMNLP-IJCNLP, pp. 3982–3992, 2019.</a:t>
            </a:r>
          </a:p>
          <a:p>
            <a:pPr marL="0" indent="0" algn="just">
              <a:lnSpc>
                <a:spcPct val="150000"/>
              </a:lnSpc>
              <a:buNone/>
            </a:pPr>
            <a:r>
              <a:rPr lang="en-US" sz="2400" b="0" dirty="0" err="1">
                <a:solidFill>
                  <a:srgbClr val="5583D1"/>
                </a:solidFill>
              </a:rPr>
              <a:t>doi</a:t>
            </a:r>
            <a:r>
              <a:rPr lang="en-US" sz="2400" b="0" dirty="0">
                <a:solidFill>
                  <a:srgbClr val="5583D1"/>
                </a:solidFill>
              </a:rPr>
              <a:t>: 10.18653/v1/D19-1410.</a:t>
            </a:r>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54B750D0-BCBD-A985-045C-43C105522CA3}"/>
              </a:ext>
            </a:extLst>
          </p:cNvPr>
          <p:cNvPicPr>
            <a:picLocks noChangeAspect="1"/>
          </p:cNvPicPr>
          <p:nvPr/>
        </p:nvPicPr>
        <p:blipFill>
          <a:blip r:embed="rId2">
            <a:alphaModFix/>
          </a:blip>
          <a:stretch>
            <a:fillRect/>
          </a:stretch>
        </p:blipFill>
        <p:spPr>
          <a:xfrm>
            <a:off x="0" y="6317705"/>
            <a:ext cx="1839668" cy="540296"/>
          </a:xfrm>
          <a:prstGeom prst="rect">
            <a:avLst/>
          </a:prstGeom>
        </p:spPr>
      </p:pic>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EF67A-643D-813A-1103-07DEE32402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BDE185-8577-07A9-AC9C-F91ED6E53915}"/>
              </a:ext>
            </a:extLst>
          </p:cNvPr>
          <p:cNvSpPr>
            <a:spLocks noGrp="1"/>
          </p:cNvSpPr>
          <p:nvPr>
            <p:ph type="body" sz="quarter" idx="13"/>
          </p:nvPr>
        </p:nvSpPr>
        <p:spPr>
          <a:xfrm>
            <a:off x="255996" y="1271219"/>
            <a:ext cx="11936004" cy="4142989"/>
          </a:xfrm>
        </p:spPr>
        <p:txBody>
          <a:bodyPr/>
          <a:lstStyle/>
          <a:p>
            <a:pPr marL="0" indent="0">
              <a:lnSpc>
                <a:spcPct val="150000"/>
              </a:lnSpc>
              <a:buNone/>
            </a:pPr>
            <a:r>
              <a:rPr lang="en-US" sz="2400" b="0" dirty="0">
                <a:solidFill>
                  <a:srgbClr val="5583D1"/>
                </a:solidFill>
              </a:rPr>
              <a:t>[3] Meta AI, “FAISS: A Library for Efficient Similarity Search and Clustering of Dense Vectors,” FAISS Documentation, 2026.</a:t>
            </a:r>
          </a:p>
          <a:p>
            <a:pPr marL="0" indent="0">
              <a:lnSpc>
                <a:spcPct val="150000"/>
              </a:lnSpc>
              <a:buNone/>
            </a:pPr>
            <a:r>
              <a:rPr lang="en-US" sz="2400" b="0" dirty="0">
                <a:solidFill>
                  <a:srgbClr val="5583D1"/>
                </a:solidFill>
              </a:rPr>
              <a:t>[4] </a:t>
            </a:r>
            <a:r>
              <a:rPr lang="en-US" sz="2400" b="0" dirty="0" err="1">
                <a:solidFill>
                  <a:srgbClr val="5583D1"/>
                </a:solidFill>
              </a:rPr>
              <a:t>FastAPI</a:t>
            </a:r>
            <a:r>
              <a:rPr lang="en-US" sz="2400" b="0" dirty="0">
                <a:solidFill>
                  <a:srgbClr val="5583D1"/>
                </a:solidFill>
              </a:rPr>
              <a:t>, “</a:t>
            </a:r>
            <a:r>
              <a:rPr lang="en-US" sz="2400" b="0" dirty="0" err="1">
                <a:solidFill>
                  <a:srgbClr val="5583D1"/>
                </a:solidFill>
              </a:rPr>
              <a:t>FastAPI</a:t>
            </a:r>
            <a:r>
              <a:rPr lang="en-US" sz="2400" b="0" dirty="0">
                <a:solidFill>
                  <a:srgbClr val="5583D1"/>
                </a:solidFill>
              </a:rPr>
              <a:t> Documentation: Features and Automatic </a:t>
            </a:r>
            <a:r>
              <a:rPr lang="en-US" sz="2400" b="0" dirty="0" err="1">
                <a:solidFill>
                  <a:srgbClr val="5583D1"/>
                </a:solidFill>
              </a:rPr>
              <a:t>OpenAPI</a:t>
            </a:r>
            <a:r>
              <a:rPr lang="en-US" sz="2400" b="0" dirty="0">
                <a:solidFill>
                  <a:srgbClr val="5583D1"/>
                </a:solidFill>
              </a:rPr>
              <a:t> Documentation,” </a:t>
            </a:r>
            <a:r>
              <a:rPr lang="en-US" sz="2400" b="0" dirty="0" err="1">
                <a:solidFill>
                  <a:srgbClr val="5583D1"/>
                </a:solidFill>
              </a:rPr>
              <a:t>FastAPI</a:t>
            </a:r>
            <a:r>
              <a:rPr lang="en-US" sz="2400" b="0" dirty="0">
                <a:solidFill>
                  <a:srgbClr val="5583D1"/>
                </a:solidFill>
              </a:rPr>
              <a:t> Project, 2026.</a:t>
            </a:r>
          </a:p>
          <a:p>
            <a:pPr marL="0" indent="0">
              <a:lnSpc>
                <a:spcPct val="150000"/>
              </a:lnSpc>
              <a:buNone/>
            </a:pPr>
            <a:r>
              <a:rPr lang="en-US" sz="2400" b="0" dirty="0">
                <a:solidFill>
                  <a:srgbClr val="5583D1"/>
                </a:solidFill>
              </a:rPr>
              <a:t>[5] </a:t>
            </a:r>
            <a:r>
              <a:rPr lang="en-US" sz="2400" b="0" dirty="0" err="1">
                <a:solidFill>
                  <a:srgbClr val="5583D1"/>
                </a:solidFill>
              </a:rPr>
              <a:t>Streamlit</a:t>
            </a:r>
            <a:r>
              <a:rPr lang="en-US" sz="2400" b="0" dirty="0">
                <a:solidFill>
                  <a:srgbClr val="5583D1"/>
                </a:solidFill>
              </a:rPr>
              <a:t>, “</a:t>
            </a:r>
            <a:r>
              <a:rPr lang="en-US" sz="2400" b="0" dirty="0" err="1">
                <a:solidFill>
                  <a:srgbClr val="5583D1"/>
                </a:solidFill>
              </a:rPr>
              <a:t>Streamlit</a:t>
            </a:r>
            <a:r>
              <a:rPr lang="en-US" sz="2400" b="0" dirty="0">
                <a:solidFill>
                  <a:srgbClr val="5583D1"/>
                </a:solidFill>
              </a:rPr>
              <a:t> Documentation,” </a:t>
            </a:r>
            <a:r>
              <a:rPr lang="en-US" sz="2400" b="0" dirty="0" err="1">
                <a:solidFill>
                  <a:srgbClr val="5583D1"/>
                </a:solidFill>
              </a:rPr>
              <a:t>Streamlit</a:t>
            </a:r>
            <a:r>
              <a:rPr lang="en-US" sz="2400" b="0" dirty="0">
                <a:solidFill>
                  <a:srgbClr val="5583D1"/>
                </a:solidFill>
              </a:rPr>
              <a:t> Inc., 2026.</a:t>
            </a:r>
          </a:p>
          <a:p>
            <a:pPr marL="0" indent="0">
              <a:lnSpc>
                <a:spcPct val="150000"/>
              </a:lnSpc>
              <a:buNone/>
            </a:pPr>
            <a:r>
              <a:rPr lang="en-US" sz="2400" b="0" dirty="0">
                <a:solidFill>
                  <a:srgbClr val="5583D1"/>
                </a:solidFill>
              </a:rPr>
              <a:t>[6] Docker, “Docker Compose Documentation,” Docker Docs, 2026.</a:t>
            </a:r>
          </a:p>
          <a:p>
            <a:pPr marL="0" indent="0">
              <a:lnSpc>
                <a:spcPct val="150000"/>
              </a:lnSpc>
              <a:buNone/>
            </a:pPr>
            <a:r>
              <a:rPr lang="en-US" sz="2400" b="0" dirty="0">
                <a:solidFill>
                  <a:srgbClr val="5583D1"/>
                </a:solidFill>
              </a:rPr>
              <a:t>[7] </a:t>
            </a:r>
            <a:r>
              <a:rPr lang="en-US" sz="2400" b="0" dirty="0" err="1">
                <a:solidFill>
                  <a:srgbClr val="5583D1"/>
                </a:solidFill>
              </a:rPr>
              <a:t>OpenAPI</a:t>
            </a:r>
            <a:r>
              <a:rPr lang="en-US" sz="2400" b="0" dirty="0">
                <a:solidFill>
                  <a:srgbClr val="5583D1"/>
                </a:solidFill>
              </a:rPr>
              <a:t> Initiative, “</a:t>
            </a:r>
            <a:r>
              <a:rPr lang="en-US" sz="2400" b="0" dirty="0" err="1">
                <a:solidFill>
                  <a:srgbClr val="5583D1"/>
                </a:solidFill>
              </a:rPr>
              <a:t>OpenAPI</a:t>
            </a:r>
            <a:r>
              <a:rPr lang="en-US" sz="2400" b="0" dirty="0">
                <a:solidFill>
                  <a:srgbClr val="5583D1"/>
                </a:solidFill>
              </a:rPr>
              <a:t> Specification,” Linux Foundation, 2025.</a:t>
            </a:r>
          </a:p>
        </p:txBody>
      </p:sp>
      <p:sp>
        <p:nvSpPr>
          <p:cNvPr id="3" name="TextBox 2">
            <a:extLst>
              <a:ext uri="{FF2B5EF4-FFF2-40B4-BE49-F238E27FC236}">
                <a16:creationId xmlns:a16="http://schemas.microsoft.com/office/drawing/2014/main" id="{B8F982BD-04E0-0B0E-5CE9-40B525B302D3}"/>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BC93C21-67D0-00A4-2A01-96C33D583D4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8CAE3D7-F59D-067B-D32E-9C065C5A00BE}"/>
              </a:ext>
            </a:extLst>
          </p:cNvPr>
          <p:cNvSpPr txBox="1"/>
          <p:nvPr/>
        </p:nvSpPr>
        <p:spPr>
          <a:xfrm>
            <a:off x="6093893" y="57036"/>
            <a:ext cx="6098107" cy="369332"/>
          </a:xfrm>
          <a:prstGeom prst="rect">
            <a:avLst/>
          </a:prstGeom>
          <a:noFill/>
        </p:spPr>
        <p:txBody>
          <a:bodyPr wrap="square" rtlCol="0">
            <a:spAutoFit/>
          </a:bodyPr>
          <a:lstStyle/>
          <a:p>
            <a:pPr algn="r"/>
            <a:r>
              <a:rPr lang="en-GB" b="1" dirty="0" err="1">
                <a:solidFill>
                  <a:prstClr val="white"/>
                </a:solidFill>
                <a:cs typeface="Calibri" panose="020F0502020204030204" pitchFamily="34" charset="0"/>
              </a:rPr>
              <a:t>CampusResolve</a:t>
            </a:r>
            <a:r>
              <a:rPr lang="en-GB" b="1" dirty="0">
                <a:solidFill>
                  <a:prstClr val="white"/>
                </a:solidFill>
                <a:cs typeface="Calibri" panose="020F0502020204030204" pitchFamily="34" charset="0"/>
              </a:rPr>
              <a:t>-AI</a:t>
            </a:r>
            <a:endParaRPr lang="en-US" dirty="0"/>
          </a:p>
        </p:txBody>
      </p:sp>
      <p:pic>
        <p:nvPicPr>
          <p:cNvPr id="7" name="Picture 6">
            <a:extLst>
              <a:ext uri="{FF2B5EF4-FFF2-40B4-BE49-F238E27FC236}">
                <a16:creationId xmlns:a16="http://schemas.microsoft.com/office/drawing/2014/main" id="{72CFBE07-5F45-92DE-D99A-D0CB45E959EA}"/>
              </a:ext>
            </a:extLst>
          </p:cNvPr>
          <p:cNvPicPr>
            <a:picLocks noChangeAspect="1"/>
          </p:cNvPicPr>
          <p:nvPr/>
        </p:nvPicPr>
        <p:blipFill>
          <a:blip r:embed="rId2">
            <a:alphaModFix/>
          </a:blip>
          <a:stretch>
            <a:fillRect/>
          </a:stretch>
        </p:blipFill>
        <p:spPr>
          <a:xfrm>
            <a:off x="0" y="6317705"/>
            <a:ext cx="1839668" cy="540296"/>
          </a:xfrm>
          <a:prstGeom prst="rect">
            <a:avLst/>
          </a:prstGeom>
        </p:spPr>
      </p:pic>
    </p:spTree>
    <p:extLst>
      <p:ext uri="{BB962C8B-B14F-4D97-AF65-F5344CB8AC3E}">
        <p14:creationId xmlns:p14="http://schemas.microsoft.com/office/powerpoint/2010/main" val="332940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TotalTime>
  <Words>1222</Words>
  <Application>Microsoft Office PowerPoint</Application>
  <PresentationFormat>Widescreen</PresentationFormat>
  <Paragraphs>172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Premkumar Sivasankar</cp:lastModifiedBy>
  <cp:revision>18</cp:revision>
  <dcterms:created xsi:type="dcterms:W3CDTF">2024-05-13T10:33:11Z</dcterms:created>
  <dcterms:modified xsi:type="dcterms:W3CDTF">2026-10-05T05:15:14Z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