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2296" cy="6858000"/>
          </a:xfrm>
          <a:prstGeom prst="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Aptos"/>
              </a:defRPr>
            </a:pPr>
            <a:r>
              <a:t>ZEROth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73352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Aptos"/>
              </a:defRPr>
            </a:pPr>
            <a:r>
              <a:t>Individual Project 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331720"/>
            <a:ext cx="10652760" cy="274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2743200"/>
            <a:ext cx="5029200" cy="105156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766E"/>
                </a:solidFill>
                <a:latin typeface="Aptos"/>
              </a:defRPr>
            </a:pPr>
            <a:r>
              <a:rPr dirty="0"/>
              <a:t>01  </a:t>
            </a:r>
            <a:r>
              <a:rPr dirty="0" err="1"/>
              <a:t>CampusResolve</a:t>
            </a:r>
            <a:r>
              <a:rPr dirty="0"/>
              <a:t>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4480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Multilingual Complaint Intelligence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743200"/>
            <a:ext cx="5029200" cy="10515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299923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5B21B6"/>
                </a:solidFill>
                <a:latin typeface="Aptos"/>
              </a:defRPr>
            </a:pPr>
            <a:r>
              <a:t>02  MemPoisonGuard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337560"/>
            <a:ext cx="4480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Secure Long-Term Memory for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708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81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"/>
              </a:defRPr>
            </a:pPr>
            <a:r>
              <a:t>PREMKUMAR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047488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Register No: 251011012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32180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rPr lang="en-GB" dirty="0"/>
              <a:t>PS ID</a:t>
            </a:r>
            <a:r>
              <a:rPr dirty="0"/>
              <a:t>: T9964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596128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Rajalakshmi Engineering College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9436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Aptos"/>
              </a:defRPr>
            </a:pPr>
            <a:r>
              <a:t>28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608" y="320040"/>
            <a:ext cx="64008" cy="54864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rPr dirty="0" err="1"/>
              <a:t>CampusResolve</a:t>
            </a:r>
            <a:r>
              <a:rPr dirty="0"/>
              <a:t>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9224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rPr dirty="0"/>
              <a:t>Multilingual Explainable Complaint Intelligence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84280" y="292608"/>
            <a:ext cx="411480" cy="347472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35661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230368" cy="420624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691640"/>
            <a:ext cx="274320" cy="27432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72821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7007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rPr dirty="0"/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76272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Delayed manual routing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Duplicate complaint tickets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Inconsistent priority handling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No resolution-time estimate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Tamil-English text difficulty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1417320"/>
            <a:ext cx="5230368" cy="420624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72784" y="1691640"/>
            <a:ext cx="274320" cy="27432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4" y="172821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17007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rPr dirty="0"/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176272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Automate category and routing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Detect duplicate complaints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Predict priority and resolution time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Provide explainable results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Support admin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291072"/>
            <a:ext cx="11274552" cy="310896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" y="6315021"/>
            <a:ext cx="110459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DATASET  |  Custom campus complaints  •  Tamil + English + </a:t>
            </a:r>
            <a:r>
              <a:rPr dirty="0" err="1"/>
              <a:t>Tanglish</a:t>
            </a:r>
            <a:r>
              <a:rPr dirty="0"/>
              <a:t>  •  8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608" y="320040"/>
            <a:ext cx="64008" cy="54864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rPr dirty="0" err="1"/>
              <a:t>CampusResolve</a:t>
            </a:r>
            <a:r>
              <a:rPr dirty="0"/>
              <a:t>-AI — System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9224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From complaint submission to transparent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84280" y="292608"/>
            <a:ext cx="411480" cy="347472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35661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Technical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977639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37944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Aptos"/>
              </a:defRPr>
            </a:pPr>
            <a:r>
              <a:rPr dirty="0"/>
              <a:t>Python + Scikit-learn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3977639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9093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Aptos"/>
              </a:defRPr>
            </a:pPr>
            <a:r>
              <a:rPr dirty="0" err="1"/>
              <a:t>FastAPI</a:t>
            </a:r>
            <a:r>
              <a:rPr dirty="0"/>
              <a:t> + </a:t>
            </a:r>
            <a:r>
              <a:rPr dirty="0" err="1"/>
              <a:t>Streamlit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3977639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996184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Aptos"/>
              </a:defRPr>
            </a:pPr>
            <a:r>
              <a:t>Sentence Transformers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3977639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4627" y="3602736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Aptos"/>
              </a:defRPr>
            </a:pPr>
            <a:r>
              <a:rPr dirty="0"/>
              <a:t>SHAP + LIME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3977639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98620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Aptos"/>
              </a:defRPr>
            </a:pPr>
            <a:r>
              <a:rPr dirty="0"/>
              <a:t>FAISS + SQLite + 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325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773936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Smart complaint submission portal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Category, department &amp; priority result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Duplicate complaint alerts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Resolution-time prediction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Admin analytics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71872"/>
            <a:ext cx="3657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rPr dirty="0"/>
              <a:t>AI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702808"/>
            <a:ext cx="1389888" cy="411480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5821680"/>
            <a:ext cx="13898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Complaint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1368" y="581253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02536" y="5702808"/>
            <a:ext cx="1389888" cy="411480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02536" y="5821680"/>
            <a:ext cx="13898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NLP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2424" y="581253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5702808"/>
            <a:ext cx="1389888" cy="411480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93592" y="5821680"/>
            <a:ext cx="13898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81253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4648" y="5702808"/>
            <a:ext cx="1389888" cy="411480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84648" y="5821680"/>
            <a:ext cx="13898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Smart Routing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4536" y="581253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75704" y="5702808"/>
            <a:ext cx="1389888" cy="411480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75704" y="5821680"/>
            <a:ext cx="13898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608" y="320040"/>
            <a:ext cx="64008" cy="548640"/>
          </a:xfrm>
          <a:prstGeom prst="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rPr dirty="0" err="1"/>
              <a:t>MemPoisonGuard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649224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rPr dirty="0"/>
              <a:t>Secure Long-Term Memory for 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84280" y="292608"/>
            <a:ext cx="411480" cy="347472"/>
          </a:xfrm>
          <a:prstGeom prst="round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35661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230368" cy="420624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691640"/>
            <a:ext cx="274320" cy="27432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72821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7007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rPr dirty="0"/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76272"/>
            <a:ext cx="452628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rPr sz="1700" dirty="0"/>
              <a:t>Agents store chats, documents, web content and tool outputs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rPr sz="1700" dirty="0"/>
              <a:t>Malicious content can insert false facts or unsafe instructions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rPr sz="1700" dirty="0"/>
              <a:t>Poisoned memory affects future 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1417320"/>
            <a:ext cx="5230368" cy="420624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72784" y="1691640"/>
            <a:ext cx="274320" cy="274320"/>
          </a:xfrm>
          <a:prstGeom prst="ellipse">
            <a:avLst/>
          </a:prstGeom>
          <a:solidFill>
            <a:srgbClr val="5B21B6"/>
          </a:solidFill>
          <a:ln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4" y="172821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17007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rPr dirty="0"/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176272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Scan data before memory storage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Track source, trust and risk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Detect unsafe/conflicting memory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Quarantine suspicious entries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Retrieve only verified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291072"/>
            <a:ext cx="11274552" cy="310896"/>
          </a:xfrm>
          <a:prstGeom prst="round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327648"/>
            <a:ext cx="110459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TEST DATA  |  Safe prompts  •  Malicious prompts  •  Poisoned documents  •  Contradictory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608" y="320040"/>
            <a:ext cx="64008" cy="548640"/>
          </a:xfrm>
          <a:prstGeom prst="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MemPoisonGuard — Secure Memory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9224"/>
            <a:ext cx="9875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Protecting AI agents from persistent memory attacks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84280" y="292608"/>
            <a:ext cx="411480" cy="347472"/>
          </a:xfrm>
          <a:prstGeom prst="round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356616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657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Technical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977639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21B6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Python + 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3977639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21B6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Ollama + Llama / Qwen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3977639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21B6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LangChain / LangGraph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3977639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33756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21B6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ChromaDB / FAISS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3977639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21B6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Embeddings + NLI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3977639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21B6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SQLite + 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325880"/>
            <a:ext cx="3657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Expected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1773936"/>
            <a:ext cx="512064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Runnable memory-enabled AI agent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Poisoned-memory detection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Trust, risk, source &amp; timestamp logs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Safe store, quarantine &amp; rollback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Protected vs normal-agent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59245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Secure Memory 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715000"/>
            <a:ext cx="1143000" cy="411480"/>
          </a:xfrm>
          <a:prstGeom prst="round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80" y="5833872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Prompt / Doc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824728"/>
            <a:ext cx="2011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55648" y="5715000"/>
            <a:ext cx="1143000" cy="411480"/>
          </a:xfrm>
          <a:prstGeom prst="round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55648" y="5833872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Risk Scanner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8648" y="5824728"/>
            <a:ext cx="2011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99816" y="5715000"/>
            <a:ext cx="1143000" cy="411480"/>
          </a:xfrm>
          <a:prstGeom prst="round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99816" y="5833872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Trust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2816" y="5824728"/>
            <a:ext cx="2011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3984" y="5715000"/>
            <a:ext cx="1143000" cy="411480"/>
          </a:xfrm>
          <a:prstGeom prst="roundRect">
            <a:avLst/>
          </a:prstGeom>
          <a:solidFill>
            <a:srgbClr val="F97316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43984" y="5756927"/>
            <a:ext cx="1143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Store / Quarantine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6984" y="5824728"/>
            <a:ext cx="2011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88152" y="5715000"/>
            <a:ext cx="1143000" cy="411480"/>
          </a:xfrm>
          <a:prstGeom prst="round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88152" y="5747783"/>
            <a:ext cx="1143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Verified Retrieval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5824728"/>
            <a:ext cx="2011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5715000"/>
            <a:ext cx="1143000" cy="411480"/>
          </a:xfrm>
          <a:prstGeom prst="roundRect">
            <a:avLst/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32320" y="5747783"/>
            <a:ext cx="1143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 panose="020B0004020202020204" pitchFamily="34" charset="0"/>
              </a:rPr>
              <a:t>Secure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318</Words>
  <Application>Microsoft Office PowerPoint</Application>
  <PresentationFormat>Widescreen</PresentationFormat>
  <Paragraphs>99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Premkumar Sivasankar</cp:lastModifiedBy>
  <cp:revision>2</cp:revision>
  <dcterms:created xsi:type="dcterms:W3CDTF">2013-01-27T09:14:16Z</dcterms:created>
  <dcterms:modified xsi:type="dcterms:W3CDTF">2026-08-27T15:08:53Z</dcterms:modified>
  <cp:category/>
</cp:coreProperties>
</file>